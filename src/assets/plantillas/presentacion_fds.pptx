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80.xml" ContentType="application/vnd.openxmlformats-officedocument.presentationml.slide+xml"/>
  <Override PartName="/ppt/slides/slide40.xml" ContentType="application/vnd.openxmlformats-officedocument.presentationml.slide+xml"/>
  <Override PartName="/ppt/slides/slide140.xml" ContentType="application/vnd.openxmlformats-officedocument.presentationml.slide+xml"/>
  <Override PartName="/ppt/slides/slide21.xml" ContentType="application/vnd.openxmlformats-officedocument.presentationml.slide+xml"/>
  <Override PartName="/ppt/slides/slide160.xml" ContentType="application/vnd.openxmlformats-officedocument.presentationml.slide+xml"/>
  <Override PartName="/ppt/slides/slide70.xml" ContentType="application/vnd.openxmlformats-officedocument.presentationml.slide+xml"/>
  <Override PartName="/ppt/slides/slide100.xml" ContentType="application/vnd.openxmlformats-officedocument.presentationml.slide+xml"/>
  <Override PartName="/ppt/slides/slide120.xml" ContentType="application/vnd.openxmlformats-officedocument.presentationml.slide+xml"/>
  <Override PartName="/ppt/diagrams/data100.xml" ContentType="application/vnd.openxmlformats-officedocument.drawingml.diagramData+xml"/>
  <Override PartName="/ppt/diagrams/drawing100.xml" ContentType="application/vnd.ms-office.drawingml.diagramDrawing+xml"/>
  <Override PartName="/ppt/slideLayouts/slideLayout70.xml" ContentType="application/vnd.openxmlformats-officedocument.presentationml.slideLayout+xml"/>
  <Override PartName="/ppt/diagrams/colors100.xml" ContentType="application/vnd.openxmlformats-officedocument.drawingml.diagramColors+xml"/>
  <Override PartName="/ppt/diagrams/quickStyle100.xml" ContentType="application/vnd.openxmlformats-officedocument.drawingml.diagramStyle+xml"/>
  <Override PartName="/ppt/diagrams/layout100.xml" ContentType="application/vnd.openxmlformats-officedocument.drawingml.diagramLayout+xml"/>
  <Override PartName="/ppt/diagrams/drawing70.xml" ContentType="application/vnd.ms-office.drawingml.diagramDrawing+xml"/>
  <Override PartName="/ppt/diagrams/colors70.xml" ContentType="application/vnd.openxmlformats-officedocument.drawingml.diagramColors+xml"/>
  <Override PartName="/ppt/diagrams/quickStyle70.xml" ContentType="application/vnd.openxmlformats-officedocument.drawingml.diagramStyle+xml"/>
  <Override PartName="/ppt/diagrams/layout70.xml" ContentType="application/vnd.openxmlformats-officedocument.drawingml.diagramLayout+xml"/>
  <Override PartName="/ppt/diagrams/data70.xml" ContentType="application/vnd.openxmlformats-officedocument.drawingml.diagramData+xml"/>
  <Override PartName="/ppt/diagrams/data12.xml" ContentType="application/vnd.openxmlformats-officedocument.drawingml.diagramData+xml"/>
  <Override PartName="/ppt/diagrams/drawing12.xml" ContentType="application/vnd.ms-office.drawingml.diagramDrawing+xml"/>
  <Override PartName="/ppt/slideLayouts/slideLayout180.xml" ContentType="application/vnd.openxmlformats-officedocument.presentationml.slideLayout+xml"/>
  <Override PartName="/ppt/diagrams/colors12.xml" ContentType="application/vnd.openxmlformats-officedocument.drawingml.diagramColors+xml"/>
  <Override PartName="/ppt/diagrams/quickStyle12.xml" ContentType="application/vnd.openxmlformats-officedocument.drawingml.diagramStyle+xml"/>
  <Override PartName="/ppt/diagrams/layout12.xml" ContentType="application/vnd.openxmlformats-officedocument.drawingml.diagramLayout+xml"/>
  <Override PartName="/ppt/diagrams/data30.xml" ContentType="application/vnd.openxmlformats-officedocument.drawingml.diagramData+xml"/>
  <Override PartName="/ppt/diagrams/drawing30.xml" ContentType="application/vnd.ms-office.drawingml.diagramDrawing+xml"/>
  <Override PartName="/ppt/diagrams/colors30.xml" ContentType="application/vnd.openxmlformats-officedocument.drawingml.diagramColors+xml"/>
  <Override PartName="/ppt/diagrams/quickStyle30.xml" ContentType="application/vnd.openxmlformats-officedocument.drawingml.diagramStyle+xml"/>
  <Override PartName="/ppt/diagrams/layout30.xml" ContentType="application/vnd.openxmlformats-officedocument.drawingml.diagramLayout+xml"/>
  <Override PartName="/ppt/diagrams/drawing50.xml" ContentType="application/vnd.ms-office.drawingml.diagramDrawing+xml"/>
  <Override PartName="/ppt/diagrams/colors50.xml" ContentType="application/vnd.openxmlformats-officedocument.drawingml.diagramColors+xml"/>
  <Override PartName="/ppt/diagrams/quickStyle50.xml" ContentType="application/vnd.openxmlformats-officedocument.drawingml.diagramStyle+xml"/>
  <Override PartName="/ppt/diagrams/layout50.xml" ContentType="application/vnd.openxmlformats-officedocument.drawingml.diagramLayout+xml"/>
  <Override PartName="/ppt/diagrams/data50.xml" ContentType="application/vnd.openxmlformats-officedocument.drawingml.diagramData+xml"/>
  <Override PartName="/ppt/slideMasters/slideMaster10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Layouts/slideLayout80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0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20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20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60" r:id="rId5"/>
  </p:sldMasterIdLst>
  <p:notesMasterIdLst>
    <p:notesMasterId r:id="rId26"/>
  </p:notesMasterIdLst>
  <p:sldIdLst>
    <p:sldId id="267" r:id="rId6"/>
    <p:sldId id="268" r:id="rId7"/>
    <p:sldId id="1679" r:id="rId8"/>
    <p:sldId id="270" r:id="rId9"/>
    <p:sldId id="1736" r:id="rId10"/>
    <p:sldId id="1664" r:id="rId11"/>
    <p:sldId id="1668" r:id="rId12"/>
    <p:sldId id="1735" r:id="rId13"/>
    <p:sldId id="1739" r:id="rId14"/>
    <p:sldId id="1671" r:id="rId15"/>
    <p:sldId id="1737" r:id="rId16"/>
    <p:sldId id="1734" r:id="rId17"/>
    <p:sldId id="1685" r:id="rId18"/>
    <p:sldId id="272" r:id="rId19"/>
    <p:sldId id="1713" r:id="rId20"/>
    <p:sldId id="1719" r:id="rId21"/>
    <p:sldId id="1742" r:id="rId22"/>
    <p:sldId id="274" r:id="rId23"/>
    <p:sldId id="1738" r:id="rId24"/>
    <p:sldId id="366" r:id="rId25"/>
  </p:sldIdLst>
  <p:sldSz cx="12192000" cy="6858000"/>
  <p:notesSz cx="7104063" cy="10234613"/>
  <p:embeddedFontLst>
    <p:embeddedFont>
      <p:font typeface="Aptos Narrow" panose="020B0004020202020204" pitchFamily="34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  <p:bold r:id="rId32"/>
      <p:italic r:id="rId33"/>
      <p:boldItalic r:id="rId34"/>
    </p:embeddedFont>
    <p:embeddedFont>
      <p:font typeface="Raleway Black" pitchFamily="2" charset="0"/>
      <p:bold r:id="rId35"/>
      <p:boldItalic r:id="rId36"/>
    </p:embeddedFont>
    <p:embeddedFont>
      <p:font typeface="Trebuchet MS" panose="020B0603020202020204" pitchFamily="34" charset="0"/>
      <p:regular r:id="rId37"/>
      <p:bold r:id="rId38"/>
      <p:italic r:id="rId39"/>
      <p:boldItalic r:id="rId40"/>
    </p:embeddedFont>
  </p:embeddedFontLst>
  <p:defaultTextStyle>
    <a:defPPr>
      <a:defRPr lang="en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arn More" id="{FB610ADC-25E2-47F2-8B1E-F69363C299B0}">
          <p14:sldIdLst/>
        </p14:section>
        <p14:section name="Home Slide" id="{C41E965D-1BB0-6E42-80C1-B0CE61D34D0F}">
          <p14:sldIdLst>
            <p14:sldId id="267"/>
          </p14:sldIdLst>
        </p14:section>
        <p14:section name="RESUMEN TURNOS" id="{2FE6B519-480C-434A-96D0-B06036B49864}">
          <p14:sldIdLst>
            <p14:sldId id="268"/>
            <p14:sldId id="1679"/>
          </p14:sldIdLst>
        </p14:section>
        <p14:section name="ACTIVIDADES DIARIAS" id="{DBB0F080-D76F-2449-A8A8-97428CE5CDE4}">
          <p14:sldIdLst>
            <p14:sldId id="270"/>
            <p14:sldId id="1736"/>
            <p14:sldId id="1664"/>
          </p14:sldIdLst>
        </p14:section>
        <p14:section name="Mantenimiento Preventivo" id="{C0FC1212-70F8-499D-A5A1-1AECFA75D0F8}">
          <p14:sldIdLst>
            <p14:sldId id="1668"/>
            <p14:sldId id="1735"/>
            <p14:sldId id="1739"/>
          </p14:sldIdLst>
        </p14:section>
        <p14:section name="REPORTABILIDAD" id="{0EE20D05-537A-4B50-9B8A-AC4069C25E74}">
          <p14:sldIdLst>
            <p14:sldId id="1671"/>
            <p14:sldId id="1737"/>
          </p14:sldIdLst>
        </p14:section>
        <p14:section name="DIFUSIONES" id="{663C72DC-B12D-4C31-88E5-BA5A135B2E35}">
          <p14:sldIdLst>
            <p14:sldId id="1734"/>
            <p14:sldId id="1685"/>
          </p14:sldIdLst>
        </p14:section>
        <p14:section name="MANTENIMIENTO GG" id="{D01103C6-D9B4-874A-903D-1D54C47D2E73}">
          <p14:sldIdLst>
            <p14:sldId id="272"/>
            <p14:sldId id="1713"/>
          </p14:sldIdLst>
        </p14:section>
        <p14:section name="CPE" id="{7911C804-55D1-4777-8047-D6F6E12CFC8D}">
          <p14:sldIdLst>
            <p14:sldId id="1719"/>
            <p14:sldId id="1742"/>
          </p14:sldIdLst>
        </p14:section>
        <p14:section name="AVANCES" id="{17ED8106-7472-CA40-A9D6-5927206203E6}">
          <p14:sldIdLst>
            <p14:sldId id="274"/>
            <p14:sldId id="1738"/>
          </p14:sldIdLst>
        </p14:section>
        <p14:section name="CPE OBSERVACIONES Y PRÓXIMOS PASOS" id="{CE686DF3-A404-4BF4-8439-3E22BA5D4CA5}">
          <p14:sldIdLst>
            <p14:sldId id="3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F42C"/>
    <a:srgbClr val="12231D"/>
    <a:srgbClr val="273E32"/>
    <a:srgbClr val="ABFFBF"/>
    <a:srgbClr val="FFABAB"/>
    <a:srgbClr val="0F6FC6"/>
    <a:srgbClr val="34B4D6"/>
    <a:srgbClr val="EF8426"/>
    <a:srgbClr val="180928"/>
    <a:srgbClr val="1015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C0BDD-5311-4F6A-965F-F37ECD285EBF}" v="41" dt="2026-07-04T22:35:43.721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92131" autoAdjust="0"/>
  </p:normalViewPr>
  <p:slideViewPr>
    <p:cSldViewPr snapToGrid="0" snapToObjects="1">
      <p:cViewPr varScale="1">
        <p:scale>
          <a:sx n="102" d="100"/>
          <a:sy n="102" d="100"/>
        </p:scale>
        <p:origin x="810" y="72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6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 Vicente Barraza Gallardo" userId="fb8a8d2dc24e57e9" providerId="LiveId" clId="{F4F73F91-6607-4BE3-BD18-4D2952B4FDA3}"/>
    <pc:docChg chg="undo redo custSel modSld">
      <pc:chgData name="Williams Vicente Barraza Gallardo" userId="fb8a8d2dc24e57e9" providerId="LiveId" clId="{F4F73F91-6607-4BE3-BD18-4D2952B4FDA3}" dt="2026-07-04T22:35:43.721" v="493" actId="313"/>
      <pc:docMkLst>
        <pc:docMk/>
      </pc:docMkLst>
      <pc:sldChg chg="modSp mod">
        <pc:chgData name="Williams Vicente Barraza Gallardo" userId="fb8a8d2dc24e57e9" providerId="LiveId" clId="{F4F73F91-6607-4BE3-BD18-4D2952B4FDA3}" dt="2026-07-04T13:32:07.847" v="15" actId="20577"/>
        <pc:sldMkLst>
          <pc:docMk/>
          <pc:sldMk cId="2385354970" sldId="267"/>
        </pc:sldMkLst>
        <pc:spChg chg="mod">
          <ac:chgData name="Williams Vicente Barraza Gallardo" userId="fb8a8d2dc24e57e9" providerId="LiveId" clId="{F4F73F91-6607-4BE3-BD18-4D2952B4FDA3}" dt="2026-07-04T13:32:07.847" v="15" actId="20577"/>
          <ac:spMkLst>
            <pc:docMk/>
            <pc:sldMk cId="2385354970" sldId="267"/>
            <ac:spMk id="25" creationId="{7D1D4DDA-3BA2-7F47-974A-FC6F909C89E4}"/>
          </ac:spMkLst>
        </pc:spChg>
      </pc:sldChg>
      <pc:sldChg chg="modSp mod">
        <pc:chgData name="Williams Vicente Barraza Gallardo" userId="fb8a8d2dc24e57e9" providerId="LiveId" clId="{F4F73F91-6607-4BE3-BD18-4D2952B4FDA3}" dt="2026-07-04T22:35:07.083" v="393" actId="20577"/>
        <pc:sldMkLst>
          <pc:docMk/>
          <pc:sldMk cId="3733127172" sldId="1679"/>
        </pc:sldMkLst>
        <pc:spChg chg="mod">
          <ac:chgData name="Williams Vicente Barraza Gallardo" userId="fb8a8d2dc24e57e9" providerId="LiveId" clId="{F4F73F91-6607-4BE3-BD18-4D2952B4FDA3}" dt="2026-07-04T14:04:44.857" v="236" actId="255"/>
          <ac:spMkLst>
            <pc:docMk/>
            <pc:sldMk cId="3733127172" sldId="1679"/>
            <ac:spMk id="8" creationId="{00000000-0000-0000-0000-000000000000}"/>
          </ac:spMkLst>
        </pc:spChg>
        <pc:spChg chg="mod">
          <ac:chgData name="Williams Vicente Barraza Gallardo" userId="fb8a8d2dc24e57e9" providerId="LiveId" clId="{F4F73F91-6607-4BE3-BD18-4D2952B4FDA3}" dt="2026-07-04T22:35:07.083" v="393" actId="20577"/>
          <ac:spMkLst>
            <pc:docMk/>
            <pc:sldMk cId="3733127172" sldId="1679"/>
            <ac:spMk id="12" creationId="{00000000-0000-0000-0000-000000000000}"/>
          </ac:spMkLst>
        </pc:spChg>
        <pc:spChg chg="mod">
          <ac:chgData name="Williams Vicente Barraza Gallardo" userId="fb8a8d2dc24e57e9" providerId="LiveId" clId="{F4F73F91-6607-4BE3-BD18-4D2952B4FDA3}" dt="2026-07-04T19:22:17.507" v="348" actId="20577"/>
          <ac:spMkLst>
            <pc:docMk/>
            <pc:sldMk cId="3733127172" sldId="1679"/>
            <ac:spMk id="14" creationId="{00000000-0000-0000-0000-000000000000}"/>
          </ac:spMkLst>
        </pc:spChg>
        <pc:spChg chg="mod">
          <ac:chgData name="Williams Vicente Barraza Gallardo" userId="fb8a8d2dc24e57e9" providerId="LiveId" clId="{F4F73F91-6607-4BE3-BD18-4D2952B4FDA3}" dt="2026-07-04T14:22:13.536" v="265" actId="20577"/>
          <ac:spMkLst>
            <pc:docMk/>
            <pc:sldMk cId="3733127172" sldId="1679"/>
            <ac:spMk id="18" creationId="{00000000-0000-0000-0000-000000000000}"/>
          </ac:spMkLst>
        </pc:spChg>
      </pc:sldChg>
      <pc:sldChg chg="modSp mod modNotesTx">
        <pc:chgData name="Williams Vicente Barraza Gallardo" userId="fb8a8d2dc24e57e9" providerId="LiveId" clId="{F4F73F91-6607-4BE3-BD18-4D2952B4FDA3}" dt="2026-07-04T21:56:04.845" v="350" actId="20577"/>
        <pc:sldMkLst>
          <pc:docMk/>
          <pc:sldMk cId="4060504905" sldId="1685"/>
        </pc:sldMkLst>
        <pc:spChg chg="mod">
          <ac:chgData name="Williams Vicente Barraza Gallardo" userId="fb8a8d2dc24e57e9" providerId="LiveId" clId="{F4F73F91-6607-4BE3-BD18-4D2952B4FDA3}" dt="2026-07-04T14:13:47.858" v="237" actId="403"/>
          <ac:spMkLst>
            <pc:docMk/>
            <pc:sldMk cId="4060504905" sldId="1685"/>
            <ac:spMk id="8" creationId="{00000000-0000-0000-0000-000000000000}"/>
          </ac:spMkLst>
        </pc:spChg>
        <pc:spChg chg="mod">
          <ac:chgData name="Williams Vicente Barraza Gallardo" userId="fb8a8d2dc24e57e9" providerId="LiveId" clId="{F4F73F91-6607-4BE3-BD18-4D2952B4FDA3}" dt="2026-07-04T19:20:44.229" v="297" actId="403"/>
          <ac:spMkLst>
            <pc:docMk/>
            <pc:sldMk cId="4060504905" sldId="1685"/>
            <ac:spMk id="9" creationId="{00000000-0000-0000-0000-000000000000}"/>
          </ac:spMkLst>
        </pc:spChg>
        <pc:spChg chg="mod">
          <ac:chgData name="Williams Vicente Barraza Gallardo" userId="fb8a8d2dc24e57e9" providerId="LiveId" clId="{F4F73F91-6607-4BE3-BD18-4D2952B4FDA3}" dt="2026-07-04T13:50:38.083" v="142" actId="12"/>
          <ac:spMkLst>
            <pc:docMk/>
            <pc:sldMk cId="4060504905" sldId="1685"/>
            <ac:spMk id="10" creationId="{00000000-0000-0000-0000-000000000000}"/>
          </ac:spMkLst>
        </pc:spChg>
        <pc:spChg chg="mod">
          <ac:chgData name="Williams Vicente Barraza Gallardo" userId="fb8a8d2dc24e57e9" providerId="LiveId" clId="{F4F73F91-6607-4BE3-BD18-4D2952B4FDA3}" dt="2026-07-04T14:13:54.430" v="241" actId="404"/>
          <ac:spMkLst>
            <pc:docMk/>
            <pc:sldMk cId="4060504905" sldId="1685"/>
            <ac:spMk id="11" creationId="{00000000-0000-0000-0000-000000000000}"/>
          </ac:spMkLst>
        </pc:spChg>
        <pc:picChg chg="mod">
          <ac:chgData name="Williams Vicente Barraza Gallardo" userId="fb8a8d2dc24e57e9" providerId="LiveId" clId="{F4F73F91-6607-4BE3-BD18-4D2952B4FDA3}" dt="2026-07-04T13:47:00.181" v="58" actId="14826"/>
          <ac:picMkLst>
            <pc:docMk/>
            <pc:sldMk cId="4060504905" sldId="1685"/>
            <ac:picMk id="5" creationId="{566D9A7E-705B-47A2-1792-52E3638294AC}"/>
          </ac:picMkLst>
        </pc:picChg>
        <pc:picChg chg="mod">
          <ac:chgData name="Williams Vicente Barraza Gallardo" userId="fb8a8d2dc24e57e9" providerId="LiveId" clId="{F4F73F91-6607-4BE3-BD18-4D2952B4FDA3}" dt="2026-07-04T13:46:42.122" v="57" actId="14826"/>
          <ac:picMkLst>
            <pc:docMk/>
            <pc:sldMk cId="4060504905" sldId="1685"/>
            <ac:picMk id="7" creationId="{EA95EE39-3B32-C35A-B06C-17F7596AB966}"/>
          </ac:picMkLst>
        </pc:picChg>
      </pc:sldChg>
      <pc:sldChg chg="mod">
        <pc:chgData name="Williams Vicente Barraza Gallardo" userId="fb8a8d2dc24e57e9" providerId="LiveId" clId="{F4F73F91-6607-4BE3-BD18-4D2952B4FDA3}" dt="2026-07-04T13:34:38.130" v="38" actId="27918"/>
        <pc:sldMkLst>
          <pc:docMk/>
          <pc:sldMk cId="222173031" sldId="1735"/>
        </pc:sldMkLst>
      </pc:sldChg>
      <pc:sldChg chg="modSp mod">
        <pc:chgData name="Williams Vicente Barraza Gallardo" userId="fb8a8d2dc24e57e9" providerId="LiveId" clId="{F4F73F91-6607-4BE3-BD18-4D2952B4FDA3}" dt="2026-07-04T22:35:23.700" v="434" actId="313"/>
        <pc:sldMkLst>
          <pc:docMk/>
          <pc:sldMk cId="1102076484" sldId="1736"/>
        </pc:sldMkLst>
        <pc:graphicFrameChg chg="mod modGraphic">
          <ac:chgData name="Williams Vicente Barraza Gallardo" userId="fb8a8d2dc24e57e9" providerId="LiveId" clId="{F4F73F91-6607-4BE3-BD18-4D2952B4FDA3}" dt="2026-07-04T22:35:23.700" v="434" actId="313"/>
          <ac:graphicFrameMkLst>
            <pc:docMk/>
            <pc:sldMk cId="1102076484" sldId="1736"/>
            <ac:graphicFrameMk id="5" creationId="{225E0B97-0D80-63A3-4B6A-B9D3F1228B1E}"/>
          </ac:graphicFrameMkLst>
        </pc:graphicFrameChg>
      </pc:sldChg>
      <pc:sldChg chg="modSp mod">
        <pc:chgData name="Williams Vicente Barraza Gallardo" userId="fb8a8d2dc24e57e9" providerId="LiveId" clId="{F4F73F91-6607-4BE3-BD18-4D2952B4FDA3}" dt="2026-07-04T22:35:43.721" v="493" actId="313"/>
        <pc:sldMkLst>
          <pc:docMk/>
          <pc:sldMk cId="2298398911" sldId="1737"/>
        </pc:sldMkLst>
        <pc:graphicFrameChg chg="mod modGraphic">
          <ac:chgData name="Williams Vicente Barraza Gallardo" userId="fb8a8d2dc24e57e9" providerId="LiveId" clId="{F4F73F91-6607-4BE3-BD18-4D2952B4FDA3}" dt="2026-07-04T22:35:43.721" v="493" actId="313"/>
          <ac:graphicFrameMkLst>
            <pc:docMk/>
            <pc:sldMk cId="2298398911" sldId="1737"/>
            <ac:graphicFrameMk id="5" creationId="{124F2378-95F0-D5D7-7980-204B58052C04}"/>
          </ac:graphicFrameMkLst>
        </pc:graphicFrameChg>
      </pc:sldChg>
      <pc:sldChg chg="modSp mod">
        <pc:chgData name="Williams Vicente Barraza Gallardo" userId="fb8a8d2dc24e57e9" providerId="LiveId" clId="{F4F73F91-6607-4BE3-BD18-4D2952B4FDA3}" dt="2026-07-04T21:58:05.027" v="367" actId="403"/>
        <pc:sldMkLst>
          <pc:docMk/>
          <pc:sldMk cId="1078659014" sldId="1739"/>
        </pc:sldMkLst>
        <pc:spChg chg="mod">
          <ac:chgData name="Williams Vicente Barraza Gallardo" userId="fb8a8d2dc24e57e9" providerId="LiveId" clId="{F4F73F91-6607-4BE3-BD18-4D2952B4FDA3}" dt="2026-07-04T21:56:22.464" v="352" actId="20577"/>
          <ac:spMkLst>
            <pc:docMk/>
            <pc:sldMk cId="1078659014" sldId="1739"/>
            <ac:spMk id="3" creationId="{E8F02184-D988-A7F7-FE92-696A2646F12C}"/>
          </ac:spMkLst>
        </pc:spChg>
        <pc:graphicFrameChg chg="mod modGraphic">
          <ac:chgData name="Williams Vicente Barraza Gallardo" userId="fb8a8d2dc24e57e9" providerId="LiveId" clId="{F4F73F91-6607-4BE3-BD18-4D2952B4FDA3}" dt="2026-07-04T21:58:05.027" v="367" actId="403"/>
          <ac:graphicFrameMkLst>
            <pc:docMk/>
            <pc:sldMk cId="1078659014" sldId="1739"/>
            <ac:graphicFrameMk id="8" creationId="{BEE132CD-81D2-1404-353D-6DF7EFBEFA46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REPORTABILIDAD</a:t>
            </a:r>
          </a:p>
        </c:rich>
      </c:tx>
      <c:layout>
        <c:manualLayout>
          <c:xMode val="edge"/>
          <c:yMode val="edge"/>
          <c:x val="0.38594762625248402"/>
          <c:y val="1.30870446586145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1841426798316412"/>
          <c:y val="9.1834819513005692E-2"/>
          <c:w val="0.79638888198912039"/>
          <c:h val="0.706910733172223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REPORTABILIDAD</c:v>
                </c:pt>
              </c:strCache>
            </c:strRef>
          </c:tx>
          <c:spPr>
            <a:gradFill flip="none" rotWithShape="1">
              <a:gsLst>
                <a:gs pos="0">
                  <a:schemeClr val="accent4"/>
                </a:gs>
                <a:gs pos="75000">
                  <a:schemeClr val="accent4">
                    <a:lumMod val="60000"/>
                    <a:lumOff val="40000"/>
                  </a:schemeClr>
                </a:gs>
                <a:gs pos="51000">
                  <a:schemeClr val="accent4">
                    <a:alpha val="75000"/>
                  </a:schemeClr>
                </a:gs>
                <a:gs pos="100000">
                  <a:schemeClr val="accent4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VIERNES 25</c:v>
                </c:pt>
                <c:pt idx="1">
                  <c:v>SABADO 26</c:v>
                </c:pt>
                <c:pt idx="2">
                  <c:v>DOMINGO 27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0.75</c:v>
                </c:pt>
                <c:pt idx="1">
                  <c:v>0.42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1E-4833-AEDF-D2CE20BE3A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845014992"/>
        <c:axId val="1845018832"/>
      </c:barChart>
      <c:catAx>
        <c:axId val="1845014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845018832"/>
        <c:crosses val="autoZero"/>
        <c:auto val="1"/>
        <c:lblAlgn val="ctr"/>
        <c:lblOffset val="100"/>
        <c:noMultiLvlLbl val="0"/>
      </c:catAx>
      <c:valAx>
        <c:axId val="184501883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8450149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>
        <a:lumMod val="75000"/>
      </a:schemeClr>
    </a:solidFill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ata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rawing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#2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#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#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#3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#4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#5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7B57A1-36CE-48B1-BE4C-B81AE423152E}" type="doc">
      <dgm:prSet loTypeId="urn:microsoft.com/office/officeart/2005/8/layout/list1" loCatId="list" qsTypeId="urn:microsoft.com/office/officeart/2005/8/quickstyle/3d1#1" qsCatId="3D" csTypeId="urn:microsoft.com/office/officeart/2005/8/colors/accent0_3#1" csCatId="mainScheme" phldr="1"/>
      <dgm:spPr/>
      <dgm:t>
        <a:bodyPr/>
        <a:lstStyle/>
        <a:p>
          <a:endParaRPr lang="es-CL"/>
        </a:p>
      </dgm:t>
    </dgm:pt>
    <dgm:pt modelId="{C0C0F88A-6ABC-4F8E-BB0B-0DBB8B4E7F1C}">
      <dgm:prSet phldrT="[Texto]" custT="1"/>
      <dgm:spPr/>
      <dgm:t>
        <a:bodyPr/>
        <a:lstStyle/>
        <a:p>
          <a:r>
            <a:rPr lang="es-ES" sz="1100" b="1" dirty="0"/>
            <a:t>OPERACIÓN GENERAL ESTABLE DURANTE EL FIN DE SEMANA.</a:t>
          </a:r>
          <a:endParaRPr lang="es-CL" sz="1100" b="1" dirty="0"/>
        </a:p>
      </dgm:t>
    </dgm:pt>
    <dgm:pt modelId="{60DA15B3-469A-4F42-A4CA-3038C53D2368}" type="parTrans" cxnId="{807B6EBF-B370-41EA-8BF8-E902F3D7EF8F}">
      <dgm:prSet/>
      <dgm:spPr/>
      <dgm:t>
        <a:bodyPr/>
        <a:lstStyle/>
        <a:p>
          <a:endParaRPr lang="es-CL"/>
        </a:p>
      </dgm:t>
    </dgm:pt>
    <dgm:pt modelId="{A1C8BDB6-B772-4B76-9AA3-6D923E6969EE}" type="sibTrans" cxnId="{807B6EBF-B370-41EA-8BF8-E902F3D7EF8F}">
      <dgm:prSet/>
      <dgm:spPr/>
      <dgm:t>
        <a:bodyPr/>
        <a:lstStyle/>
        <a:p>
          <a:endParaRPr lang="es-CL"/>
        </a:p>
      </dgm:t>
    </dgm:pt>
    <dgm:pt modelId="{C08BB340-C6F4-40F0-81AB-A6C053DC3EDE}">
      <dgm:prSet phldrT="[Texto]" custT="1"/>
      <dgm:spPr/>
      <dgm:t>
        <a:bodyPr/>
        <a:lstStyle/>
        <a:p>
          <a:r>
            <a:rPr lang="es-CL" sz="1100" b="1" dirty="0"/>
            <a:t>SE EJECUTAN MANTENIMIENTOS PREVENTIVOS PROGRAMADOS.</a:t>
          </a:r>
        </a:p>
      </dgm:t>
    </dgm:pt>
    <dgm:pt modelId="{58720737-6531-4FA4-83F4-BF4B0808D03B}" type="parTrans" cxnId="{1C91F95D-5B8B-4B6E-9EE0-2F565A81B573}">
      <dgm:prSet/>
      <dgm:spPr/>
      <dgm:t>
        <a:bodyPr/>
        <a:lstStyle/>
        <a:p>
          <a:endParaRPr lang="es-CL"/>
        </a:p>
      </dgm:t>
    </dgm:pt>
    <dgm:pt modelId="{371F8C98-A667-45C8-9CF5-580810B4485D}" type="sibTrans" cxnId="{1C91F95D-5B8B-4B6E-9EE0-2F565A81B573}">
      <dgm:prSet/>
      <dgm:spPr/>
      <dgm:t>
        <a:bodyPr/>
        <a:lstStyle/>
        <a:p>
          <a:endParaRPr lang="es-CL"/>
        </a:p>
      </dgm:t>
    </dgm:pt>
    <dgm:pt modelId="{A2F27F48-6590-42F1-A24B-6FC2301DA62B}">
      <dgm:prSet phldrT="[Texto]" custT="1"/>
      <dgm:spPr/>
      <dgm:t>
        <a:bodyPr/>
        <a:lstStyle/>
        <a:p>
          <a:r>
            <a:rPr lang="es-ES" sz="1100" b="1" dirty="0"/>
            <a:t>SE MANTIENE EL SEGUIMIENTO POR ACCESO RESTRINGIDO (TARJETA VERDE).</a:t>
          </a:r>
          <a:endParaRPr lang="es-CL" sz="1100" b="1" dirty="0"/>
        </a:p>
      </dgm:t>
    </dgm:pt>
    <dgm:pt modelId="{F11F49F1-900B-4261-AD5D-ADF4CE081F87}" type="parTrans" cxnId="{43B661DE-1922-4392-85F6-F29C8320931E}">
      <dgm:prSet/>
      <dgm:spPr/>
      <dgm:t>
        <a:bodyPr/>
        <a:lstStyle/>
        <a:p>
          <a:endParaRPr lang="es-CL"/>
        </a:p>
      </dgm:t>
    </dgm:pt>
    <dgm:pt modelId="{3B6EAC11-A6B7-4CB8-B3E9-CA8035BDC17B}" type="sibTrans" cxnId="{43B661DE-1922-4392-85F6-F29C8320931E}">
      <dgm:prSet/>
      <dgm:spPr/>
      <dgm:t>
        <a:bodyPr/>
        <a:lstStyle/>
        <a:p>
          <a:endParaRPr lang="es-CL"/>
        </a:p>
      </dgm:t>
    </dgm:pt>
    <dgm:pt modelId="{A51756C4-A8DA-4639-ABD8-6B15A9DD7567}">
      <dgm:prSet phldrT="[Texto]" custT="1"/>
      <dgm:spPr/>
      <dgm:t>
        <a:bodyPr/>
        <a:lstStyle/>
        <a:p>
          <a:r>
            <a:rPr lang="es-ES" sz="1100" b="1" dirty="0"/>
            <a:t>SE REALIZA EL CAMBIO DE ANTENA CPE EN PALA 204.</a:t>
          </a:r>
          <a:endParaRPr lang="es-CL" sz="1100" b="1" dirty="0"/>
        </a:p>
      </dgm:t>
    </dgm:pt>
    <dgm:pt modelId="{49F62C51-8006-47A7-A917-25E6E65A7E3E}" type="parTrans" cxnId="{4C7083E7-5C3A-478A-A490-57ED4C357FE3}">
      <dgm:prSet/>
      <dgm:spPr/>
      <dgm:t>
        <a:bodyPr/>
        <a:lstStyle/>
        <a:p>
          <a:endParaRPr lang="es-MX"/>
        </a:p>
      </dgm:t>
    </dgm:pt>
    <dgm:pt modelId="{080FDB88-F671-43F1-965C-F89F922A6B2C}" type="sibTrans" cxnId="{4C7083E7-5C3A-478A-A490-57ED4C357FE3}">
      <dgm:prSet/>
      <dgm:spPr/>
      <dgm:t>
        <a:bodyPr/>
        <a:lstStyle/>
        <a:p>
          <a:endParaRPr lang="es-MX"/>
        </a:p>
      </dgm:t>
    </dgm:pt>
    <dgm:pt modelId="{44BDF6BE-CCFF-41F8-8E1F-149B2C66864C}" type="pres">
      <dgm:prSet presAssocID="{5D7B57A1-36CE-48B1-BE4C-B81AE423152E}" presName="linear" presStyleCnt="0">
        <dgm:presLayoutVars>
          <dgm:dir/>
          <dgm:animLvl val="lvl"/>
          <dgm:resizeHandles val="exact"/>
        </dgm:presLayoutVars>
      </dgm:prSet>
      <dgm:spPr/>
    </dgm:pt>
    <dgm:pt modelId="{CFECB26E-6086-4AF0-AAB3-08F34A58B5A1}" type="pres">
      <dgm:prSet presAssocID="{C0C0F88A-6ABC-4F8E-BB0B-0DBB8B4E7F1C}" presName="parentLin" presStyleCnt="0"/>
      <dgm:spPr/>
    </dgm:pt>
    <dgm:pt modelId="{DFDED7C1-8844-42CD-8F3A-7D38636A2CCE}" type="pres">
      <dgm:prSet presAssocID="{C0C0F88A-6ABC-4F8E-BB0B-0DBB8B4E7F1C}" presName="parentLeftMargin" presStyleLbl="node1" presStyleIdx="0" presStyleCnt="4"/>
      <dgm:spPr/>
    </dgm:pt>
    <dgm:pt modelId="{142CBF9B-DEDE-4C59-85E3-CBE17AD4F7BB}" type="pres">
      <dgm:prSet presAssocID="{C0C0F88A-6ABC-4F8E-BB0B-0DBB8B4E7F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CFD938-A5F8-463D-92AA-9222D8BB29C6}" type="pres">
      <dgm:prSet presAssocID="{C0C0F88A-6ABC-4F8E-BB0B-0DBB8B4E7F1C}" presName="negativeSpace" presStyleCnt="0"/>
      <dgm:spPr/>
    </dgm:pt>
    <dgm:pt modelId="{81FE0037-248F-4ADD-AF52-3C5D3AAA6092}" type="pres">
      <dgm:prSet presAssocID="{C0C0F88A-6ABC-4F8E-BB0B-0DBB8B4E7F1C}" presName="childText" presStyleLbl="conFgAcc1" presStyleIdx="0" presStyleCnt="4">
        <dgm:presLayoutVars>
          <dgm:bulletEnabled val="1"/>
        </dgm:presLayoutVars>
      </dgm:prSet>
      <dgm:spPr/>
    </dgm:pt>
    <dgm:pt modelId="{2AB04A01-181C-455E-AAE3-4362ED1F54F9}" type="pres">
      <dgm:prSet presAssocID="{A1C8BDB6-B772-4B76-9AA3-6D923E6969EE}" presName="spaceBetweenRectangles" presStyleCnt="0"/>
      <dgm:spPr/>
    </dgm:pt>
    <dgm:pt modelId="{A6C29F6A-8FB1-40EA-81D9-E35E73377600}" type="pres">
      <dgm:prSet presAssocID="{C08BB340-C6F4-40F0-81AB-A6C053DC3EDE}" presName="parentLin" presStyleCnt="0"/>
      <dgm:spPr/>
    </dgm:pt>
    <dgm:pt modelId="{3C9775EF-6295-44C5-8297-9754BD8B3005}" type="pres">
      <dgm:prSet presAssocID="{C08BB340-C6F4-40F0-81AB-A6C053DC3EDE}" presName="parentLeftMargin" presStyleLbl="node1" presStyleIdx="0" presStyleCnt="4"/>
      <dgm:spPr/>
    </dgm:pt>
    <dgm:pt modelId="{AA44DCD6-FA6A-4E3B-AE92-5E13B22A0C8B}" type="pres">
      <dgm:prSet presAssocID="{C08BB340-C6F4-40F0-81AB-A6C053DC3E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F89C92-0AC0-423B-9269-DCA0B7442B26}" type="pres">
      <dgm:prSet presAssocID="{C08BB340-C6F4-40F0-81AB-A6C053DC3EDE}" presName="negativeSpace" presStyleCnt="0"/>
      <dgm:spPr/>
    </dgm:pt>
    <dgm:pt modelId="{6D957E9D-09FD-4980-A09D-AC3F593B117D}" type="pres">
      <dgm:prSet presAssocID="{C08BB340-C6F4-40F0-81AB-A6C053DC3EDE}" presName="childText" presStyleLbl="conFgAcc1" presStyleIdx="1" presStyleCnt="4">
        <dgm:presLayoutVars>
          <dgm:bulletEnabled val="1"/>
        </dgm:presLayoutVars>
      </dgm:prSet>
      <dgm:spPr/>
    </dgm:pt>
    <dgm:pt modelId="{E21D0691-4DF9-4B61-BE35-D4E3BC849BA9}" type="pres">
      <dgm:prSet presAssocID="{371F8C98-A667-45C8-9CF5-580810B4485D}" presName="spaceBetweenRectangles" presStyleCnt="0"/>
      <dgm:spPr/>
    </dgm:pt>
    <dgm:pt modelId="{177E1EA1-0B33-4EA9-B2D2-14C97CC86484}" type="pres">
      <dgm:prSet presAssocID="{A51756C4-A8DA-4639-ABD8-6B15A9DD7567}" presName="parentLin" presStyleCnt="0"/>
      <dgm:spPr/>
    </dgm:pt>
    <dgm:pt modelId="{79EE10DB-C7E9-4146-80F8-6A879CC44CE4}" type="pres">
      <dgm:prSet presAssocID="{A51756C4-A8DA-4639-ABD8-6B15A9DD7567}" presName="parentLeftMargin" presStyleLbl="node1" presStyleIdx="1" presStyleCnt="4"/>
      <dgm:spPr/>
    </dgm:pt>
    <dgm:pt modelId="{78B57145-1CD2-437F-8CA6-488875B0AF5B}" type="pres">
      <dgm:prSet presAssocID="{A51756C4-A8DA-4639-ABD8-6B15A9DD75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BF0C0C-B7EC-4B1C-8FF7-85CD32274D3A}" type="pres">
      <dgm:prSet presAssocID="{A51756C4-A8DA-4639-ABD8-6B15A9DD7567}" presName="negativeSpace" presStyleCnt="0"/>
      <dgm:spPr/>
    </dgm:pt>
    <dgm:pt modelId="{3D7E8C18-35BA-46D0-B662-A224E09AF0C8}" type="pres">
      <dgm:prSet presAssocID="{A51756C4-A8DA-4639-ABD8-6B15A9DD7567}" presName="childText" presStyleLbl="conFgAcc1" presStyleIdx="2" presStyleCnt="4">
        <dgm:presLayoutVars>
          <dgm:bulletEnabled val="1"/>
        </dgm:presLayoutVars>
      </dgm:prSet>
      <dgm:spPr/>
    </dgm:pt>
    <dgm:pt modelId="{4C0755FD-0776-4F31-A9AC-610FCA46F8C5}" type="pres">
      <dgm:prSet presAssocID="{080FDB88-F671-43F1-965C-F89F922A6B2C}" presName="spaceBetweenRectangles" presStyleCnt="0"/>
      <dgm:spPr/>
    </dgm:pt>
    <dgm:pt modelId="{611AB586-B400-431D-9AF8-B7E8B9DBBB80}" type="pres">
      <dgm:prSet presAssocID="{A2F27F48-6590-42F1-A24B-6FC2301DA62B}" presName="parentLin" presStyleCnt="0"/>
      <dgm:spPr/>
    </dgm:pt>
    <dgm:pt modelId="{19BA3879-64C9-4A32-AB20-E9C9512FCEFE}" type="pres">
      <dgm:prSet presAssocID="{A2F27F48-6590-42F1-A24B-6FC2301DA62B}" presName="parentLeftMargin" presStyleLbl="node1" presStyleIdx="2" presStyleCnt="4"/>
      <dgm:spPr/>
    </dgm:pt>
    <dgm:pt modelId="{FA48E83E-9044-47AF-87FE-E761BF1A01A5}" type="pres">
      <dgm:prSet presAssocID="{A2F27F48-6590-42F1-A24B-6FC2301DA62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C48C1E8-514A-4E29-91E0-AE7943F7F960}" type="pres">
      <dgm:prSet presAssocID="{A2F27F48-6590-42F1-A24B-6FC2301DA62B}" presName="negativeSpace" presStyleCnt="0"/>
      <dgm:spPr/>
    </dgm:pt>
    <dgm:pt modelId="{9A709424-0367-4116-955E-54F8182C6A0A}" type="pres">
      <dgm:prSet presAssocID="{A2F27F48-6590-42F1-A24B-6FC2301DA62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08DE82F-3FE3-4D2A-91F1-B885BE098D84}" type="presOf" srcId="{A2F27F48-6590-42F1-A24B-6FC2301DA62B}" destId="{FA48E83E-9044-47AF-87FE-E761BF1A01A5}" srcOrd="1" destOrd="0" presId="urn:microsoft.com/office/officeart/2005/8/layout/list1"/>
    <dgm:cxn modelId="{C36BBE5C-7647-4EFB-B914-6328C5F455D4}" type="presOf" srcId="{C0C0F88A-6ABC-4F8E-BB0B-0DBB8B4E7F1C}" destId="{142CBF9B-DEDE-4C59-85E3-CBE17AD4F7BB}" srcOrd="1" destOrd="0" presId="urn:microsoft.com/office/officeart/2005/8/layout/list1"/>
    <dgm:cxn modelId="{1C91F95D-5B8B-4B6E-9EE0-2F565A81B573}" srcId="{5D7B57A1-36CE-48B1-BE4C-B81AE423152E}" destId="{C08BB340-C6F4-40F0-81AB-A6C053DC3EDE}" srcOrd="1" destOrd="0" parTransId="{58720737-6531-4FA4-83F4-BF4B0808D03B}" sibTransId="{371F8C98-A667-45C8-9CF5-580810B4485D}"/>
    <dgm:cxn modelId="{909E2471-D798-4950-A14F-294B4D00CD96}" type="presOf" srcId="{C08BB340-C6F4-40F0-81AB-A6C053DC3EDE}" destId="{AA44DCD6-FA6A-4E3B-AE92-5E13B22A0C8B}" srcOrd="1" destOrd="0" presId="urn:microsoft.com/office/officeart/2005/8/layout/list1"/>
    <dgm:cxn modelId="{87D66956-E037-4741-98CB-191FF65B3AD1}" type="presOf" srcId="{A2F27F48-6590-42F1-A24B-6FC2301DA62B}" destId="{19BA3879-64C9-4A32-AB20-E9C9512FCEFE}" srcOrd="0" destOrd="0" presId="urn:microsoft.com/office/officeart/2005/8/layout/list1"/>
    <dgm:cxn modelId="{B436298F-8B40-477A-87CA-611E895BD6F6}" type="presOf" srcId="{A51756C4-A8DA-4639-ABD8-6B15A9DD7567}" destId="{78B57145-1CD2-437F-8CA6-488875B0AF5B}" srcOrd="1" destOrd="0" presId="urn:microsoft.com/office/officeart/2005/8/layout/list1"/>
    <dgm:cxn modelId="{21DB57A7-F03D-4CEB-849B-790EE6C37C1D}" type="presOf" srcId="{C0C0F88A-6ABC-4F8E-BB0B-0DBB8B4E7F1C}" destId="{DFDED7C1-8844-42CD-8F3A-7D38636A2CCE}" srcOrd="0" destOrd="0" presId="urn:microsoft.com/office/officeart/2005/8/layout/list1"/>
    <dgm:cxn modelId="{807B6EBF-B370-41EA-8BF8-E902F3D7EF8F}" srcId="{5D7B57A1-36CE-48B1-BE4C-B81AE423152E}" destId="{C0C0F88A-6ABC-4F8E-BB0B-0DBB8B4E7F1C}" srcOrd="0" destOrd="0" parTransId="{60DA15B3-469A-4F42-A4CA-3038C53D2368}" sibTransId="{A1C8BDB6-B772-4B76-9AA3-6D923E6969EE}"/>
    <dgm:cxn modelId="{9DC49AD1-2C6A-4D8B-A867-CF532313B93B}" type="presOf" srcId="{A51756C4-A8DA-4639-ABD8-6B15A9DD7567}" destId="{79EE10DB-C7E9-4146-80F8-6A879CC44CE4}" srcOrd="0" destOrd="0" presId="urn:microsoft.com/office/officeart/2005/8/layout/list1"/>
    <dgm:cxn modelId="{43B661DE-1922-4392-85F6-F29C8320931E}" srcId="{5D7B57A1-36CE-48B1-BE4C-B81AE423152E}" destId="{A2F27F48-6590-42F1-A24B-6FC2301DA62B}" srcOrd="3" destOrd="0" parTransId="{F11F49F1-900B-4261-AD5D-ADF4CE081F87}" sibTransId="{3B6EAC11-A6B7-4CB8-B3E9-CA8035BDC17B}"/>
    <dgm:cxn modelId="{D1A9F7DF-1F1A-4531-BC79-0AAC6B5ABF85}" type="presOf" srcId="{5D7B57A1-36CE-48B1-BE4C-B81AE423152E}" destId="{44BDF6BE-CCFF-41F8-8E1F-149B2C66864C}" srcOrd="0" destOrd="0" presId="urn:microsoft.com/office/officeart/2005/8/layout/list1"/>
    <dgm:cxn modelId="{4C7083E7-5C3A-478A-A490-57ED4C357FE3}" srcId="{5D7B57A1-36CE-48B1-BE4C-B81AE423152E}" destId="{A51756C4-A8DA-4639-ABD8-6B15A9DD7567}" srcOrd="2" destOrd="0" parTransId="{49F62C51-8006-47A7-A917-25E6E65A7E3E}" sibTransId="{080FDB88-F671-43F1-965C-F89F922A6B2C}"/>
    <dgm:cxn modelId="{B140A1FB-0383-45E1-9B1E-90C02E2E425F}" type="presOf" srcId="{C08BB340-C6F4-40F0-81AB-A6C053DC3EDE}" destId="{3C9775EF-6295-44C5-8297-9754BD8B3005}" srcOrd="0" destOrd="0" presId="urn:microsoft.com/office/officeart/2005/8/layout/list1"/>
    <dgm:cxn modelId="{2FE61FE0-0D27-4124-8697-D5AD9783C067}" type="presParOf" srcId="{44BDF6BE-CCFF-41F8-8E1F-149B2C66864C}" destId="{CFECB26E-6086-4AF0-AAB3-08F34A58B5A1}" srcOrd="0" destOrd="0" presId="urn:microsoft.com/office/officeart/2005/8/layout/list1"/>
    <dgm:cxn modelId="{099E57CE-2719-4561-86E1-ACADAD182E0E}" type="presParOf" srcId="{CFECB26E-6086-4AF0-AAB3-08F34A58B5A1}" destId="{DFDED7C1-8844-42CD-8F3A-7D38636A2CCE}" srcOrd="0" destOrd="0" presId="urn:microsoft.com/office/officeart/2005/8/layout/list1"/>
    <dgm:cxn modelId="{95C97E8F-37EE-4DD4-88A3-0D948BC62151}" type="presParOf" srcId="{CFECB26E-6086-4AF0-AAB3-08F34A58B5A1}" destId="{142CBF9B-DEDE-4C59-85E3-CBE17AD4F7BB}" srcOrd="1" destOrd="0" presId="urn:microsoft.com/office/officeart/2005/8/layout/list1"/>
    <dgm:cxn modelId="{622E3179-8580-4ECB-B86E-F133A348FA13}" type="presParOf" srcId="{44BDF6BE-CCFF-41F8-8E1F-149B2C66864C}" destId="{D5CFD938-A5F8-463D-92AA-9222D8BB29C6}" srcOrd="1" destOrd="0" presId="urn:microsoft.com/office/officeart/2005/8/layout/list1"/>
    <dgm:cxn modelId="{46AB2624-7402-430F-86E3-FAFD7CDF5758}" type="presParOf" srcId="{44BDF6BE-CCFF-41F8-8E1F-149B2C66864C}" destId="{81FE0037-248F-4ADD-AF52-3C5D3AAA6092}" srcOrd="2" destOrd="0" presId="urn:microsoft.com/office/officeart/2005/8/layout/list1"/>
    <dgm:cxn modelId="{E7265E98-7A91-4522-9E1F-E3F17D255540}" type="presParOf" srcId="{44BDF6BE-CCFF-41F8-8E1F-149B2C66864C}" destId="{2AB04A01-181C-455E-AAE3-4362ED1F54F9}" srcOrd="3" destOrd="0" presId="urn:microsoft.com/office/officeart/2005/8/layout/list1"/>
    <dgm:cxn modelId="{9562C4CB-8AF7-4311-B48D-8A82D3E721E3}" type="presParOf" srcId="{44BDF6BE-CCFF-41F8-8E1F-149B2C66864C}" destId="{A6C29F6A-8FB1-40EA-81D9-E35E73377600}" srcOrd="4" destOrd="0" presId="urn:microsoft.com/office/officeart/2005/8/layout/list1"/>
    <dgm:cxn modelId="{D311222D-6CBA-47ED-9B5E-FFB05D7DEA31}" type="presParOf" srcId="{A6C29F6A-8FB1-40EA-81D9-E35E73377600}" destId="{3C9775EF-6295-44C5-8297-9754BD8B3005}" srcOrd="0" destOrd="0" presId="urn:microsoft.com/office/officeart/2005/8/layout/list1"/>
    <dgm:cxn modelId="{9564F118-A559-4778-8142-461D7B8067D9}" type="presParOf" srcId="{A6C29F6A-8FB1-40EA-81D9-E35E73377600}" destId="{AA44DCD6-FA6A-4E3B-AE92-5E13B22A0C8B}" srcOrd="1" destOrd="0" presId="urn:microsoft.com/office/officeart/2005/8/layout/list1"/>
    <dgm:cxn modelId="{053A4F0C-F725-4A22-8C2C-C56628C2FEEF}" type="presParOf" srcId="{44BDF6BE-CCFF-41F8-8E1F-149B2C66864C}" destId="{87F89C92-0AC0-423B-9269-DCA0B7442B26}" srcOrd="5" destOrd="0" presId="urn:microsoft.com/office/officeart/2005/8/layout/list1"/>
    <dgm:cxn modelId="{13ACFF03-DB65-4E00-8BBD-C1D1F46EA586}" type="presParOf" srcId="{44BDF6BE-CCFF-41F8-8E1F-149B2C66864C}" destId="{6D957E9D-09FD-4980-A09D-AC3F593B117D}" srcOrd="6" destOrd="0" presId="urn:microsoft.com/office/officeart/2005/8/layout/list1"/>
    <dgm:cxn modelId="{EECFA766-4833-4F74-BB2E-57401778B1E3}" type="presParOf" srcId="{44BDF6BE-CCFF-41F8-8E1F-149B2C66864C}" destId="{E21D0691-4DF9-4B61-BE35-D4E3BC849BA9}" srcOrd="7" destOrd="0" presId="urn:microsoft.com/office/officeart/2005/8/layout/list1"/>
    <dgm:cxn modelId="{E498782E-1F89-4E62-8925-DC64D0E1092D}" type="presParOf" srcId="{44BDF6BE-CCFF-41F8-8E1F-149B2C66864C}" destId="{177E1EA1-0B33-4EA9-B2D2-14C97CC86484}" srcOrd="8" destOrd="0" presId="urn:microsoft.com/office/officeart/2005/8/layout/list1"/>
    <dgm:cxn modelId="{8AC7E9AD-042A-4E00-9072-46512ECAC5EB}" type="presParOf" srcId="{177E1EA1-0B33-4EA9-B2D2-14C97CC86484}" destId="{79EE10DB-C7E9-4146-80F8-6A879CC44CE4}" srcOrd="0" destOrd="0" presId="urn:microsoft.com/office/officeart/2005/8/layout/list1"/>
    <dgm:cxn modelId="{1B1C299F-7557-4C88-B8FA-802C91A30EF1}" type="presParOf" srcId="{177E1EA1-0B33-4EA9-B2D2-14C97CC86484}" destId="{78B57145-1CD2-437F-8CA6-488875B0AF5B}" srcOrd="1" destOrd="0" presId="urn:microsoft.com/office/officeart/2005/8/layout/list1"/>
    <dgm:cxn modelId="{5560295D-BE73-4BC1-8B6B-E4F15F0A4A4B}" type="presParOf" srcId="{44BDF6BE-CCFF-41F8-8E1F-149B2C66864C}" destId="{B4BF0C0C-B7EC-4B1C-8FF7-85CD32274D3A}" srcOrd="9" destOrd="0" presId="urn:microsoft.com/office/officeart/2005/8/layout/list1"/>
    <dgm:cxn modelId="{16879115-41F8-4065-8937-9A5843B46471}" type="presParOf" srcId="{44BDF6BE-CCFF-41F8-8E1F-149B2C66864C}" destId="{3D7E8C18-35BA-46D0-B662-A224E09AF0C8}" srcOrd="10" destOrd="0" presId="urn:microsoft.com/office/officeart/2005/8/layout/list1"/>
    <dgm:cxn modelId="{38B606B3-97E4-438F-B4F5-9FEB065AC432}" type="presParOf" srcId="{44BDF6BE-CCFF-41F8-8E1F-149B2C66864C}" destId="{4C0755FD-0776-4F31-A9AC-610FCA46F8C5}" srcOrd="11" destOrd="0" presId="urn:microsoft.com/office/officeart/2005/8/layout/list1"/>
    <dgm:cxn modelId="{893140A0-34F1-408D-88BD-99C0FEB4EE01}" type="presParOf" srcId="{44BDF6BE-CCFF-41F8-8E1F-149B2C66864C}" destId="{611AB586-B400-431D-9AF8-B7E8B9DBBB80}" srcOrd="12" destOrd="0" presId="urn:microsoft.com/office/officeart/2005/8/layout/list1"/>
    <dgm:cxn modelId="{49D177AD-ADD9-4EE4-B8AD-AC7D5AFC7055}" type="presParOf" srcId="{611AB586-B400-431D-9AF8-B7E8B9DBBB80}" destId="{19BA3879-64C9-4A32-AB20-E9C9512FCEFE}" srcOrd="0" destOrd="0" presId="urn:microsoft.com/office/officeart/2005/8/layout/list1"/>
    <dgm:cxn modelId="{22CB99CD-2963-473B-BC4C-F41CC5225A7A}" type="presParOf" srcId="{611AB586-B400-431D-9AF8-B7E8B9DBBB80}" destId="{FA48E83E-9044-47AF-87FE-E761BF1A01A5}" srcOrd="1" destOrd="0" presId="urn:microsoft.com/office/officeart/2005/8/layout/list1"/>
    <dgm:cxn modelId="{E5F987C4-57B0-4342-824E-FF365148876E}" type="presParOf" srcId="{44BDF6BE-CCFF-41F8-8E1F-149B2C66864C}" destId="{4C48C1E8-514A-4E29-91E0-AE7943F7F960}" srcOrd="13" destOrd="0" presId="urn:microsoft.com/office/officeart/2005/8/layout/list1"/>
    <dgm:cxn modelId="{C89EBCEA-C4B4-4836-B588-3D5F055875C5}" type="presParOf" srcId="{44BDF6BE-CCFF-41F8-8E1F-149B2C66864C}" destId="{9A709424-0367-4116-955E-54F8182C6A0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05/8/layout/vProcess5" loCatId="process" qsTypeId="urn:microsoft.com/office/officeart/2005/8/quickstyle/3d2#1" qsCatId="3D" csTypeId="urn:microsoft.com/office/officeart/2005/8/colors/accent0_3#2" csCatId="mainScheme" phldr="1"/>
      <dgm:spPr/>
      <dgm:t>
        <a:bodyPr/>
        <a:lstStyle/>
        <a:p>
          <a:endParaRPr lang="es-CL"/>
        </a:p>
      </dgm:t>
    </dgm:pt>
    <dgm:pt modelId="{9BBD8CD4-CA7F-4031-BF45-D978CCF62263}">
      <dgm:prSet phldrT="[Texto]"/>
      <dgm:spPr/>
      <dgm:t>
        <a:bodyPr/>
        <a:lstStyle/>
        <a:p>
          <a:pPr>
            <a:buNone/>
          </a:pPr>
          <a:r>
            <a:rPr lang="es-ES" b="1" dirty="0"/>
            <a:t>Mantenimientos:</a:t>
          </a:r>
          <a:r>
            <a:rPr lang="es-ES" dirty="0"/>
            <a:t> Completados según planificación Gantt.</a:t>
          </a:r>
          <a:endParaRPr lang="es-CL" dirty="0"/>
        </a:p>
      </dgm:t>
    </dgm:pt>
    <dgm:pt modelId="{EF2DADC0-B336-4B85-9271-5F2FB8B541FE}" type="parTrans" cxnId="{E5C2FF02-46EB-493D-8DC8-8A66B0817E20}">
      <dgm:prSet/>
      <dgm:spPr/>
      <dgm:t>
        <a:bodyPr/>
        <a:lstStyle/>
        <a:p>
          <a:endParaRPr lang="es-CL"/>
        </a:p>
      </dgm:t>
    </dgm:pt>
    <dgm:pt modelId="{E5BA3D37-4F3E-4082-9809-4F0259424282}" type="sibTrans" cxnId="{E5C2FF02-46EB-493D-8DC8-8A66B0817E20}">
      <dgm:prSet/>
      <dgm:spPr/>
      <dgm:t>
        <a:bodyPr/>
        <a:lstStyle/>
        <a:p>
          <a:endParaRPr lang="es-CL"/>
        </a:p>
      </dgm:t>
    </dgm:pt>
    <dgm:pt modelId="{CC1937E8-C148-4F06-BBF2-C1C1F5ED8B02}">
      <dgm:prSet phldrT="[Texto]"/>
      <dgm:spPr/>
      <dgm:t>
        <a:bodyPr/>
        <a:lstStyle/>
        <a:p>
          <a:pPr>
            <a:buNone/>
          </a:pPr>
          <a:r>
            <a:rPr lang="es-CL" b="1" dirty="0"/>
            <a:t>Generadores:</a:t>
          </a:r>
          <a:r>
            <a:rPr lang="es-CL" dirty="0"/>
            <a:t> Operativos y dentro de rangos normales.</a:t>
          </a:r>
        </a:p>
      </dgm:t>
    </dgm:pt>
    <dgm:pt modelId="{0D375A2F-53E7-4893-B67A-D92AF9CAF72D}" type="parTrans" cxnId="{C071B38B-EE4C-4206-9D9B-3A5A4FB4329A}">
      <dgm:prSet/>
      <dgm:spPr/>
      <dgm:t>
        <a:bodyPr/>
        <a:lstStyle/>
        <a:p>
          <a:endParaRPr lang="es-CL"/>
        </a:p>
      </dgm:t>
    </dgm:pt>
    <dgm:pt modelId="{243FC944-85DF-4C72-AFE9-299FE37CCEEE}" type="sibTrans" cxnId="{C071B38B-EE4C-4206-9D9B-3A5A4FB4329A}">
      <dgm:prSet/>
      <dgm:spPr/>
      <dgm:t>
        <a:bodyPr/>
        <a:lstStyle/>
        <a:p>
          <a:endParaRPr lang="es-CL"/>
        </a:p>
      </dgm:t>
    </dgm:pt>
    <dgm:pt modelId="{D782B8B3-53AA-4752-BAED-2FC1F8E1FA5A}">
      <dgm:prSet phldrT="[Texto]"/>
      <dgm:spPr/>
      <dgm:t>
        <a:bodyPr/>
        <a:lstStyle/>
        <a:p>
          <a:pPr>
            <a:buNone/>
          </a:pPr>
          <a:r>
            <a:rPr lang="es-ES" b="1" dirty="0"/>
            <a:t>CPE:</a:t>
          </a:r>
          <a:r>
            <a:rPr lang="es-ES" dirty="0"/>
            <a:t> Cambio antena CPE Pala 204</a:t>
          </a:r>
          <a:endParaRPr lang="es-CL" dirty="0"/>
        </a:p>
      </dgm:t>
    </dgm:pt>
    <dgm:pt modelId="{03A318DB-AE37-4779-9B22-EC3C0343139F}" type="parTrans" cxnId="{693246E6-8B7F-4534-80BF-26F4240F7773}">
      <dgm:prSet/>
      <dgm:spPr/>
      <dgm:t>
        <a:bodyPr/>
        <a:lstStyle/>
        <a:p>
          <a:endParaRPr lang="es-CL"/>
        </a:p>
      </dgm:t>
    </dgm:pt>
    <dgm:pt modelId="{3A4AA077-7660-4C8C-BE99-EF9EEDCD537B}" type="sibTrans" cxnId="{693246E6-8B7F-4534-80BF-26F4240F7773}">
      <dgm:prSet/>
      <dgm:spPr/>
      <dgm:t>
        <a:bodyPr/>
        <a:lstStyle/>
        <a:p>
          <a:endParaRPr lang="es-CL"/>
        </a:p>
      </dgm:t>
    </dgm:pt>
    <dgm:pt modelId="{B255A6F6-D8ED-4F12-99C1-053CFEF7994D}">
      <dgm:prSet phldrT="[Texto]"/>
      <dgm:spPr/>
      <dgm:t>
        <a:bodyPr/>
        <a:lstStyle/>
        <a:p>
          <a:pPr>
            <a:buNone/>
          </a:pPr>
          <a:r>
            <a:rPr lang="es-ES" b="1" dirty="0"/>
            <a:t>Desinstalaciones:</a:t>
          </a:r>
          <a:r>
            <a:rPr lang="es-ES" dirty="0"/>
            <a:t> Completa. Queda pendiente la fecha de baja de pala 202, sujeta a operatividad</a:t>
          </a:r>
          <a:endParaRPr lang="es-CL" dirty="0"/>
        </a:p>
      </dgm:t>
    </dgm:pt>
    <dgm:pt modelId="{A8C7FACD-4A44-4FE8-A8EB-6EFEB77CDD3F}" type="parTrans" cxnId="{199DBC8B-F71E-4181-AC82-F5BA2AEF1FFC}">
      <dgm:prSet/>
      <dgm:spPr/>
      <dgm:t>
        <a:bodyPr/>
        <a:lstStyle/>
        <a:p>
          <a:endParaRPr lang="es-CL"/>
        </a:p>
      </dgm:t>
    </dgm:pt>
    <dgm:pt modelId="{B5ED29BC-F5F5-4EB4-9781-DDEA001C5CF2}" type="sibTrans" cxnId="{199DBC8B-F71E-4181-AC82-F5BA2AEF1FFC}">
      <dgm:prSet/>
      <dgm:spPr/>
      <dgm:t>
        <a:bodyPr/>
        <a:lstStyle/>
        <a:p>
          <a:endParaRPr lang="es-CL"/>
        </a:p>
      </dgm:t>
    </dgm:pt>
    <dgm:pt modelId="{BC299151-4994-4EBB-902A-CE46C951BF4B}" type="pres">
      <dgm:prSet presAssocID="{2270A484-61A8-45C2-9422-F85A0DFDFB62}" presName="outerComposite" presStyleCnt="0">
        <dgm:presLayoutVars>
          <dgm:chMax val="5"/>
          <dgm:dir/>
          <dgm:resizeHandles val="exact"/>
        </dgm:presLayoutVars>
      </dgm:prSet>
      <dgm:spPr/>
    </dgm:pt>
    <dgm:pt modelId="{35C8B230-0CCF-40D3-B042-AE82DCE9D3D4}" type="pres">
      <dgm:prSet presAssocID="{2270A484-61A8-45C2-9422-F85A0DFDFB62}" presName="dummyMaxCanvas" presStyleCnt="0">
        <dgm:presLayoutVars/>
      </dgm:prSet>
      <dgm:spPr/>
    </dgm:pt>
    <dgm:pt modelId="{22550020-7A11-4770-B70E-8E51BC6F65F6}" type="pres">
      <dgm:prSet presAssocID="{2270A484-61A8-45C2-9422-F85A0DFDFB62}" presName="FourNodes_1" presStyleLbl="node1" presStyleIdx="0" presStyleCnt="4">
        <dgm:presLayoutVars>
          <dgm:bulletEnabled val="1"/>
        </dgm:presLayoutVars>
      </dgm:prSet>
      <dgm:spPr/>
    </dgm:pt>
    <dgm:pt modelId="{F093AABA-A649-418F-AFBB-2FDBF96BDBB6}" type="pres">
      <dgm:prSet presAssocID="{2270A484-61A8-45C2-9422-F85A0DFDFB62}" presName="FourNodes_2" presStyleLbl="node1" presStyleIdx="1" presStyleCnt="4">
        <dgm:presLayoutVars>
          <dgm:bulletEnabled val="1"/>
        </dgm:presLayoutVars>
      </dgm:prSet>
      <dgm:spPr/>
    </dgm:pt>
    <dgm:pt modelId="{E20EA0EE-DAFC-462E-8D25-0F2F6334F390}" type="pres">
      <dgm:prSet presAssocID="{2270A484-61A8-45C2-9422-F85A0DFDFB62}" presName="FourNodes_3" presStyleLbl="node1" presStyleIdx="2" presStyleCnt="4">
        <dgm:presLayoutVars>
          <dgm:bulletEnabled val="1"/>
        </dgm:presLayoutVars>
      </dgm:prSet>
      <dgm:spPr/>
    </dgm:pt>
    <dgm:pt modelId="{3D93A225-1C56-42CF-8E39-70BF8AD40DA9}" type="pres">
      <dgm:prSet presAssocID="{2270A484-61A8-45C2-9422-F85A0DFDFB62}" presName="FourNodes_4" presStyleLbl="node1" presStyleIdx="3" presStyleCnt="4">
        <dgm:presLayoutVars>
          <dgm:bulletEnabled val="1"/>
        </dgm:presLayoutVars>
      </dgm:prSet>
      <dgm:spPr/>
    </dgm:pt>
    <dgm:pt modelId="{38DEF359-2CCF-423B-B35E-151E3786C937}" type="pres">
      <dgm:prSet presAssocID="{2270A484-61A8-45C2-9422-F85A0DFDFB62}" presName="FourConn_1-2" presStyleLbl="fgAccFollowNode1" presStyleIdx="0" presStyleCnt="3">
        <dgm:presLayoutVars>
          <dgm:bulletEnabled val="1"/>
        </dgm:presLayoutVars>
      </dgm:prSet>
      <dgm:spPr/>
    </dgm:pt>
    <dgm:pt modelId="{2927D983-BC1A-4D4C-ABA2-0ACA33E7A540}" type="pres">
      <dgm:prSet presAssocID="{2270A484-61A8-45C2-9422-F85A0DFDFB62}" presName="FourConn_2-3" presStyleLbl="fgAccFollowNode1" presStyleIdx="1" presStyleCnt="3">
        <dgm:presLayoutVars>
          <dgm:bulletEnabled val="1"/>
        </dgm:presLayoutVars>
      </dgm:prSet>
      <dgm:spPr/>
    </dgm:pt>
    <dgm:pt modelId="{FC91A6FB-D7F9-4A4F-8E53-A732D5F846FB}" type="pres">
      <dgm:prSet presAssocID="{2270A484-61A8-45C2-9422-F85A0DFDFB62}" presName="FourConn_3-4" presStyleLbl="fgAccFollowNode1" presStyleIdx="2" presStyleCnt="3">
        <dgm:presLayoutVars>
          <dgm:bulletEnabled val="1"/>
        </dgm:presLayoutVars>
      </dgm:prSet>
      <dgm:spPr/>
    </dgm:pt>
    <dgm:pt modelId="{3C9168FE-8930-4E94-BFCC-ED7518EC09B1}" type="pres">
      <dgm:prSet presAssocID="{2270A484-61A8-45C2-9422-F85A0DFDFB62}" presName="FourNodes_1_text" presStyleLbl="node1" presStyleIdx="3" presStyleCnt="4">
        <dgm:presLayoutVars>
          <dgm:bulletEnabled val="1"/>
        </dgm:presLayoutVars>
      </dgm:prSet>
      <dgm:spPr/>
    </dgm:pt>
    <dgm:pt modelId="{A1B2F24F-B3DD-48B9-9BFF-AC51807A782A}" type="pres">
      <dgm:prSet presAssocID="{2270A484-61A8-45C2-9422-F85A0DFDFB62}" presName="FourNodes_2_text" presStyleLbl="node1" presStyleIdx="3" presStyleCnt="4">
        <dgm:presLayoutVars>
          <dgm:bulletEnabled val="1"/>
        </dgm:presLayoutVars>
      </dgm:prSet>
      <dgm:spPr/>
    </dgm:pt>
    <dgm:pt modelId="{6870BCC6-D9D6-4012-8B8C-F96D2BEA0A53}" type="pres">
      <dgm:prSet presAssocID="{2270A484-61A8-45C2-9422-F85A0DFDFB62}" presName="FourNodes_3_text" presStyleLbl="node1" presStyleIdx="3" presStyleCnt="4">
        <dgm:presLayoutVars>
          <dgm:bulletEnabled val="1"/>
        </dgm:presLayoutVars>
      </dgm:prSet>
      <dgm:spPr/>
    </dgm:pt>
    <dgm:pt modelId="{7B9658E6-5520-4D38-8CF9-8301E9E02FCC}" type="pres">
      <dgm:prSet presAssocID="{2270A484-61A8-45C2-9422-F85A0DFDFB6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5C2FF02-46EB-493D-8DC8-8A66B0817E20}" srcId="{2270A484-61A8-45C2-9422-F85A0DFDFB62}" destId="{9BBD8CD4-CA7F-4031-BF45-D978CCF62263}" srcOrd="0" destOrd="0" parTransId="{EF2DADC0-B336-4B85-9271-5F2FB8B541FE}" sibTransId="{E5BA3D37-4F3E-4082-9809-4F0259424282}"/>
    <dgm:cxn modelId="{075C1944-B876-4943-8810-C23F4FCE670B}" type="presOf" srcId="{9BBD8CD4-CA7F-4031-BF45-D978CCF62263}" destId="{22550020-7A11-4770-B70E-8E51BC6F65F6}" srcOrd="0" destOrd="0" presId="urn:microsoft.com/office/officeart/2005/8/layout/vProcess5"/>
    <dgm:cxn modelId="{05FE7E65-7987-4ECB-8023-DF3C12D375DC}" type="presOf" srcId="{D782B8B3-53AA-4752-BAED-2FC1F8E1FA5A}" destId="{6870BCC6-D9D6-4012-8B8C-F96D2BEA0A53}" srcOrd="1" destOrd="0" presId="urn:microsoft.com/office/officeart/2005/8/layout/vProcess5"/>
    <dgm:cxn modelId="{237B664F-7072-4BE9-860A-90F35F6D736B}" type="presOf" srcId="{9BBD8CD4-CA7F-4031-BF45-D978CCF62263}" destId="{3C9168FE-8930-4E94-BFCC-ED7518EC09B1}" srcOrd="1" destOrd="0" presId="urn:microsoft.com/office/officeart/2005/8/layout/vProcess5"/>
    <dgm:cxn modelId="{BFB1DC56-61F9-4AB9-AF99-BCD74D46591F}" type="presOf" srcId="{3A4AA077-7660-4C8C-BE99-EF9EEDCD537B}" destId="{FC91A6FB-D7F9-4A4F-8E53-A732D5F846FB}" srcOrd="0" destOrd="0" presId="urn:microsoft.com/office/officeart/2005/8/layout/vProcess5"/>
    <dgm:cxn modelId="{612E3278-101A-431A-9CBA-D5281A062408}" type="presOf" srcId="{243FC944-85DF-4C72-AFE9-299FE37CCEEE}" destId="{2927D983-BC1A-4D4C-ABA2-0ACA33E7A540}" srcOrd="0" destOrd="0" presId="urn:microsoft.com/office/officeart/2005/8/layout/vProcess5"/>
    <dgm:cxn modelId="{C071B38B-EE4C-4206-9D9B-3A5A4FB4329A}" srcId="{2270A484-61A8-45C2-9422-F85A0DFDFB62}" destId="{CC1937E8-C148-4F06-BBF2-C1C1F5ED8B02}" srcOrd="1" destOrd="0" parTransId="{0D375A2F-53E7-4893-B67A-D92AF9CAF72D}" sibTransId="{243FC944-85DF-4C72-AFE9-299FE37CCEEE}"/>
    <dgm:cxn modelId="{199DBC8B-F71E-4181-AC82-F5BA2AEF1FFC}" srcId="{2270A484-61A8-45C2-9422-F85A0DFDFB62}" destId="{B255A6F6-D8ED-4F12-99C1-053CFEF7994D}" srcOrd="3" destOrd="0" parTransId="{A8C7FACD-4A44-4FE8-A8EB-6EFEB77CDD3F}" sibTransId="{B5ED29BC-F5F5-4EB4-9781-DDEA001C5CF2}"/>
    <dgm:cxn modelId="{0B18D69D-D0EE-4D59-9887-BF2EC7193455}" type="presOf" srcId="{CC1937E8-C148-4F06-BBF2-C1C1F5ED8B02}" destId="{F093AABA-A649-418F-AFBB-2FDBF96BDBB6}" srcOrd="0" destOrd="0" presId="urn:microsoft.com/office/officeart/2005/8/layout/vProcess5"/>
    <dgm:cxn modelId="{E474FAB2-6C56-4DAC-B4C9-21E3E2C91591}" type="presOf" srcId="{2270A484-61A8-45C2-9422-F85A0DFDFB62}" destId="{BC299151-4994-4EBB-902A-CE46C951BF4B}" srcOrd="0" destOrd="0" presId="urn:microsoft.com/office/officeart/2005/8/layout/vProcess5"/>
    <dgm:cxn modelId="{7E6064C3-52D1-4A9B-A2EA-3CB74D5BCED1}" type="presOf" srcId="{E5BA3D37-4F3E-4082-9809-4F0259424282}" destId="{38DEF359-2CCF-423B-B35E-151E3786C937}" srcOrd="0" destOrd="0" presId="urn:microsoft.com/office/officeart/2005/8/layout/vProcess5"/>
    <dgm:cxn modelId="{5421F0D2-1ABE-4108-8DE5-87B2362EAE2A}" type="presOf" srcId="{B255A6F6-D8ED-4F12-99C1-053CFEF7994D}" destId="{3D93A225-1C56-42CF-8E39-70BF8AD40DA9}" srcOrd="0" destOrd="0" presId="urn:microsoft.com/office/officeart/2005/8/layout/vProcess5"/>
    <dgm:cxn modelId="{714B00E6-C7FA-4C77-A749-E242E40B268F}" type="presOf" srcId="{D782B8B3-53AA-4752-BAED-2FC1F8E1FA5A}" destId="{E20EA0EE-DAFC-462E-8D25-0F2F6334F390}" srcOrd="0" destOrd="0" presId="urn:microsoft.com/office/officeart/2005/8/layout/vProcess5"/>
    <dgm:cxn modelId="{693246E6-8B7F-4534-80BF-26F4240F7773}" srcId="{2270A484-61A8-45C2-9422-F85A0DFDFB62}" destId="{D782B8B3-53AA-4752-BAED-2FC1F8E1FA5A}" srcOrd="2" destOrd="0" parTransId="{03A318DB-AE37-4779-9B22-EC3C0343139F}" sibTransId="{3A4AA077-7660-4C8C-BE99-EF9EEDCD537B}"/>
    <dgm:cxn modelId="{368BDEEA-420F-4284-A650-20F6E9909938}" type="presOf" srcId="{B255A6F6-D8ED-4F12-99C1-053CFEF7994D}" destId="{7B9658E6-5520-4D38-8CF9-8301E9E02FCC}" srcOrd="1" destOrd="0" presId="urn:microsoft.com/office/officeart/2005/8/layout/vProcess5"/>
    <dgm:cxn modelId="{88484BF2-E40B-4D89-B894-71DD8BEFA8E1}" type="presOf" srcId="{CC1937E8-C148-4F06-BBF2-C1C1F5ED8B02}" destId="{A1B2F24F-B3DD-48B9-9BFF-AC51807A782A}" srcOrd="1" destOrd="0" presId="urn:microsoft.com/office/officeart/2005/8/layout/vProcess5"/>
    <dgm:cxn modelId="{73C70F89-D049-4B1E-80B9-69919718A15C}" type="presParOf" srcId="{BC299151-4994-4EBB-902A-CE46C951BF4B}" destId="{35C8B230-0CCF-40D3-B042-AE82DCE9D3D4}" srcOrd="0" destOrd="0" presId="urn:microsoft.com/office/officeart/2005/8/layout/vProcess5"/>
    <dgm:cxn modelId="{6DF8F6D0-F92F-45C4-B2E5-D771E9847840}" type="presParOf" srcId="{BC299151-4994-4EBB-902A-CE46C951BF4B}" destId="{22550020-7A11-4770-B70E-8E51BC6F65F6}" srcOrd="1" destOrd="0" presId="urn:microsoft.com/office/officeart/2005/8/layout/vProcess5"/>
    <dgm:cxn modelId="{BFAD44C7-5DB6-4488-8BD1-87B101AC62E4}" type="presParOf" srcId="{BC299151-4994-4EBB-902A-CE46C951BF4B}" destId="{F093AABA-A649-418F-AFBB-2FDBF96BDBB6}" srcOrd="2" destOrd="0" presId="urn:microsoft.com/office/officeart/2005/8/layout/vProcess5"/>
    <dgm:cxn modelId="{EDC54EB2-00B7-42AF-B105-3424675196E4}" type="presParOf" srcId="{BC299151-4994-4EBB-902A-CE46C951BF4B}" destId="{E20EA0EE-DAFC-462E-8D25-0F2F6334F390}" srcOrd="3" destOrd="0" presId="urn:microsoft.com/office/officeart/2005/8/layout/vProcess5"/>
    <dgm:cxn modelId="{95336D47-023A-4AA5-87BC-6F1C254604C0}" type="presParOf" srcId="{BC299151-4994-4EBB-902A-CE46C951BF4B}" destId="{3D93A225-1C56-42CF-8E39-70BF8AD40DA9}" srcOrd="4" destOrd="0" presId="urn:microsoft.com/office/officeart/2005/8/layout/vProcess5"/>
    <dgm:cxn modelId="{5D662AE6-952E-4971-9ED1-C7CB5D542D36}" type="presParOf" srcId="{BC299151-4994-4EBB-902A-CE46C951BF4B}" destId="{38DEF359-2CCF-423B-B35E-151E3786C937}" srcOrd="5" destOrd="0" presId="urn:microsoft.com/office/officeart/2005/8/layout/vProcess5"/>
    <dgm:cxn modelId="{B7EC7B14-6ED5-4FC2-BB9C-FAAB11A4D2BC}" type="presParOf" srcId="{BC299151-4994-4EBB-902A-CE46C951BF4B}" destId="{2927D983-BC1A-4D4C-ABA2-0ACA33E7A540}" srcOrd="6" destOrd="0" presId="urn:microsoft.com/office/officeart/2005/8/layout/vProcess5"/>
    <dgm:cxn modelId="{785CDE95-643B-44D2-8BF9-D86DB45F41D5}" type="presParOf" srcId="{BC299151-4994-4EBB-902A-CE46C951BF4B}" destId="{FC91A6FB-D7F9-4A4F-8E53-A732D5F846FB}" srcOrd="7" destOrd="0" presId="urn:microsoft.com/office/officeart/2005/8/layout/vProcess5"/>
    <dgm:cxn modelId="{1784D660-6AB6-4402-866A-2F2D1945F680}" type="presParOf" srcId="{BC299151-4994-4EBB-902A-CE46C951BF4B}" destId="{3C9168FE-8930-4E94-BFCC-ED7518EC09B1}" srcOrd="8" destOrd="0" presId="urn:microsoft.com/office/officeart/2005/8/layout/vProcess5"/>
    <dgm:cxn modelId="{DACE33AB-3A1D-4473-B89A-2CB92B7B3B78}" type="presParOf" srcId="{BC299151-4994-4EBB-902A-CE46C951BF4B}" destId="{A1B2F24F-B3DD-48B9-9BFF-AC51807A782A}" srcOrd="9" destOrd="0" presId="urn:microsoft.com/office/officeart/2005/8/layout/vProcess5"/>
    <dgm:cxn modelId="{3B9BA386-5EA9-4227-981C-63698A44F0E9}" type="presParOf" srcId="{BC299151-4994-4EBB-902A-CE46C951BF4B}" destId="{6870BCC6-D9D6-4012-8B8C-F96D2BEA0A53}" srcOrd="10" destOrd="0" presId="urn:microsoft.com/office/officeart/2005/8/layout/vProcess5"/>
    <dgm:cxn modelId="{0D3DA78E-9930-4FD4-9E5B-851DB1107865}" type="presParOf" srcId="{BC299151-4994-4EBB-902A-CE46C951BF4B}" destId="{7B9658E6-5520-4D38-8CF9-8301E9E02FC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05/8/layout/vProcess5" loCatId="process" qsTypeId="urn:microsoft.com/office/officeart/2005/8/quickstyle/3d2#2" qsCatId="3D" csTypeId="urn:microsoft.com/office/officeart/2005/8/colors/accent0_3#3" csCatId="mainScheme" phldr="1"/>
      <dgm:spPr/>
      <dgm:t>
        <a:bodyPr/>
        <a:lstStyle/>
        <a:p>
          <a:endParaRPr lang="es-CL"/>
        </a:p>
      </dgm:t>
    </dgm:pt>
    <dgm:pt modelId="{9BBD8CD4-CA7F-4031-BF45-D978CCF62263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l">
            <a:buNone/>
          </a:pPr>
          <a:r>
            <a:rPr lang="es-ES" sz="1200" b="1" dirty="0">
              <a:solidFill>
                <a:srgbClr val="FFFFFF"/>
              </a:solidFill>
              <a:latin typeface="Arial"/>
            </a:rPr>
            <a:t>MANTENIMIENTOS PREVENTIVOS EJECUTADOS: </a:t>
          </a:r>
          <a:r>
            <a:rPr lang="es-CL" sz="1200" b="1" dirty="0">
              <a:solidFill>
                <a:srgbClr val="FFFFFF"/>
              </a:solidFill>
              <a:latin typeface="Arial"/>
            </a:rPr>
            <a:t>LTE_CMM_11, LTE_CMF_02, LTE_CMF_08, LTE_CMM_06, LTE_CMM_10 Y MMOO_01.</a:t>
          </a:r>
        </a:p>
      </dgm:t>
    </dgm:pt>
    <dgm:pt modelId="{EF2DADC0-B336-4B85-9271-5F2FB8B541FE}" type="parTrans" cxnId="{E5C2FF02-46EB-493D-8DC8-8A66B0817E20}">
      <dgm:prSet/>
      <dgm:spPr/>
      <dgm:t>
        <a:bodyPr/>
        <a:lstStyle/>
        <a:p>
          <a:endParaRPr lang="es-CL"/>
        </a:p>
      </dgm:t>
    </dgm:pt>
    <dgm:pt modelId="{E5BA3D37-4F3E-4082-9809-4F0259424282}" type="sibTrans" cxnId="{E5C2FF02-46EB-493D-8DC8-8A66B0817E20}">
      <dgm:prSet/>
      <dgm:spPr/>
      <dgm:t>
        <a:bodyPr/>
        <a:lstStyle/>
        <a:p>
          <a:endParaRPr lang="es-CL"/>
        </a:p>
      </dgm:t>
    </dgm:pt>
    <dgm:pt modelId="{1F98DDE5-9CDB-430E-AF99-8CBCB936B433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l"/>
          <a:r>
            <a:rPr lang="es-CL" sz="1400" b="1" dirty="0">
              <a:solidFill>
                <a:srgbClr val="FFFFFF"/>
              </a:solidFill>
              <a:latin typeface="Aptos Narrow" panose="020B0004020202020204" pitchFamily="34" charset="0"/>
            </a:rPr>
            <a:t>SE REALIZO MEDICION Y VALIDACION DE BANCO DE BATERIAS DE LOS CARROS LTE.</a:t>
          </a:r>
          <a:endParaRPr lang="es-CL" sz="1400" b="1" dirty="0">
            <a:solidFill>
              <a:srgbClr val="FFFFFF"/>
            </a:solidFill>
            <a:latin typeface="Arial"/>
          </a:endParaRPr>
        </a:p>
      </dgm:t>
    </dgm:pt>
    <dgm:pt modelId="{367CDCD9-ECE6-4187-A455-4F66959F9945}" type="parTrans" cxnId="{D5C9C6BD-0CBA-4318-B156-4A87B84865B2}">
      <dgm:prSet/>
      <dgm:spPr/>
      <dgm:t>
        <a:bodyPr/>
        <a:lstStyle/>
        <a:p>
          <a:endParaRPr lang="es-CL"/>
        </a:p>
      </dgm:t>
    </dgm:pt>
    <dgm:pt modelId="{9EB83C28-900E-45B3-9196-CE382B8DAAC9}" type="sibTrans" cxnId="{D5C9C6BD-0CBA-4318-B156-4A87B84865B2}">
      <dgm:prSet/>
      <dgm:spPr/>
      <dgm:t>
        <a:bodyPr/>
        <a:lstStyle/>
        <a:p>
          <a:endParaRPr lang="es-CL"/>
        </a:p>
      </dgm:t>
    </dgm:pt>
    <dgm:pt modelId="{F6262538-8B08-4EB7-BF18-E4FE03ABB680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l">
            <a:buNone/>
          </a:pPr>
          <a:r>
            <a:rPr lang="es-ES" sz="1200" b="1" dirty="0">
              <a:solidFill>
                <a:srgbClr val="FFFFFF"/>
              </a:solidFill>
              <a:latin typeface="Arial"/>
            </a:rPr>
            <a:t>GESTIÓN OPERACIONAL COMPLEMENTARIA: REPORTABILIDAD DE GENERADORES, INSPECCIÓN DE BATERÍAS EN CARGA.</a:t>
          </a:r>
        </a:p>
      </dgm:t>
    </dgm:pt>
    <dgm:pt modelId="{4A29D48C-6D49-454D-B633-34B677359DE4}" type="parTrans" cxnId="{64724EEA-52EE-4D02-B3D6-45248A9BE79B}">
      <dgm:prSet/>
      <dgm:spPr/>
      <dgm:t>
        <a:bodyPr/>
        <a:lstStyle/>
        <a:p>
          <a:endParaRPr lang="es-CL"/>
        </a:p>
      </dgm:t>
    </dgm:pt>
    <dgm:pt modelId="{12176E92-924A-4CD9-9A79-C367C192C745}" type="sibTrans" cxnId="{64724EEA-52EE-4D02-B3D6-45248A9BE79B}">
      <dgm:prSet/>
      <dgm:spPr/>
      <dgm:t>
        <a:bodyPr/>
        <a:lstStyle/>
        <a:p>
          <a:endParaRPr lang="es-CL"/>
        </a:p>
      </dgm:t>
    </dgm:pt>
    <dgm:pt modelId="{0D9533C8-182D-4628-B82D-480487D51421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l">
            <a:buNone/>
          </a:pPr>
          <a:r>
            <a:rPr lang="es-ES" sz="1200" b="1" dirty="0">
              <a:solidFill>
                <a:srgbClr val="FFFFFF"/>
              </a:solidFill>
              <a:latin typeface="Arial"/>
            </a:rPr>
            <a:t>SE MANTIENE CONTROL DOCUMENTAL EN TERRENO.</a:t>
          </a:r>
          <a:endParaRPr lang="es-CL" sz="1200" b="1" dirty="0">
            <a:solidFill>
              <a:srgbClr val="FFFFFF"/>
            </a:solidFill>
            <a:latin typeface="Arial"/>
          </a:endParaRPr>
        </a:p>
        <a:p>
          <a:pPr algn="l">
            <a:buNone/>
          </a:pPr>
          <a:endParaRPr lang="es-CL" sz="1200" b="1" dirty="0"/>
        </a:p>
      </dgm:t>
    </dgm:pt>
    <dgm:pt modelId="{EC1288F2-6317-4709-ABEB-802DDA18B4BB}" type="parTrans" cxnId="{54494F29-F325-49B5-97D5-5ACA1E564A18}">
      <dgm:prSet/>
      <dgm:spPr/>
      <dgm:t>
        <a:bodyPr/>
        <a:lstStyle/>
        <a:p>
          <a:endParaRPr lang="es-MX"/>
        </a:p>
      </dgm:t>
    </dgm:pt>
    <dgm:pt modelId="{675A79FA-0EAA-4A5C-B827-F0D29E606B6D}" type="sibTrans" cxnId="{54494F29-F325-49B5-97D5-5ACA1E564A18}">
      <dgm:prSet/>
      <dgm:spPr/>
      <dgm:t>
        <a:bodyPr/>
        <a:lstStyle/>
        <a:p>
          <a:endParaRPr lang="es-MX"/>
        </a:p>
      </dgm:t>
    </dgm:pt>
    <dgm:pt modelId="{BC299151-4994-4EBB-902A-CE46C951BF4B}" type="pres">
      <dgm:prSet presAssocID="{2270A484-61A8-45C2-9422-F85A0DFDFB62}" presName="outerComposite" presStyleCnt="0">
        <dgm:presLayoutVars>
          <dgm:chMax val="5"/>
          <dgm:dir/>
          <dgm:resizeHandles val="exact"/>
        </dgm:presLayoutVars>
      </dgm:prSet>
      <dgm:spPr/>
    </dgm:pt>
    <dgm:pt modelId="{35C8B230-0CCF-40D3-B042-AE82DCE9D3D4}" type="pres">
      <dgm:prSet presAssocID="{2270A484-61A8-45C2-9422-F85A0DFDFB62}" presName="dummyMaxCanvas" presStyleCnt="0">
        <dgm:presLayoutVars/>
      </dgm:prSet>
      <dgm:spPr/>
    </dgm:pt>
    <dgm:pt modelId="{3F87A2CC-B665-476F-AC92-B112CC93B953}" type="pres">
      <dgm:prSet presAssocID="{2270A484-61A8-45C2-9422-F85A0DFDFB62}" presName="FourNodes_1" presStyleLbl="node1" presStyleIdx="0" presStyleCnt="4">
        <dgm:presLayoutVars>
          <dgm:bulletEnabled val="1"/>
        </dgm:presLayoutVars>
      </dgm:prSet>
      <dgm:spPr/>
    </dgm:pt>
    <dgm:pt modelId="{15DD6459-FBEC-407E-A58C-7C830402464C}" type="pres">
      <dgm:prSet presAssocID="{2270A484-61A8-45C2-9422-F85A0DFDFB62}" presName="FourNodes_2" presStyleLbl="node1" presStyleIdx="1" presStyleCnt="4">
        <dgm:presLayoutVars>
          <dgm:bulletEnabled val="1"/>
        </dgm:presLayoutVars>
      </dgm:prSet>
      <dgm:spPr/>
    </dgm:pt>
    <dgm:pt modelId="{59415126-C9D4-43E7-A73F-CE42D43758DA}" type="pres">
      <dgm:prSet presAssocID="{2270A484-61A8-45C2-9422-F85A0DFDFB62}" presName="FourNodes_3" presStyleLbl="node1" presStyleIdx="2" presStyleCnt="4">
        <dgm:presLayoutVars>
          <dgm:bulletEnabled val="1"/>
        </dgm:presLayoutVars>
      </dgm:prSet>
      <dgm:spPr/>
    </dgm:pt>
    <dgm:pt modelId="{2D500B75-536B-45A3-871B-EE8D0AE9E2AF}" type="pres">
      <dgm:prSet presAssocID="{2270A484-61A8-45C2-9422-F85A0DFDFB62}" presName="FourNodes_4" presStyleLbl="node1" presStyleIdx="3" presStyleCnt="4">
        <dgm:presLayoutVars>
          <dgm:bulletEnabled val="1"/>
        </dgm:presLayoutVars>
      </dgm:prSet>
      <dgm:spPr/>
    </dgm:pt>
    <dgm:pt modelId="{66D8A2B1-E8AF-4600-B5FC-6C4D07328F85}" type="pres">
      <dgm:prSet presAssocID="{2270A484-61A8-45C2-9422-F85A0DFDFB62}" presName="FourConn_1-2" presStyleLbl="fgAccFollowNode1" presStyleIdx="0" presStyleCnt="3">
        <dgm:presLayoutVars>
          <dgm:bulletEnabled val="1"/>
        </dgm:presLayoutVars>
      </dgm:prSet>
      <dgm:spPr/>
    </dgm:pt>
    <dgm:pt modelId="{B9B5EF88-BA7E-44ED-BBF6-108AD4868DB8}" type="pres">
      <dgm:prSet presAssocID="{2270A484-61A8-45C2-9422-F85A0DFDFB62}" presName="FourConn_2-3" presStyleLbl="fgAccFollowNode1" presStyleIdx="1" presStyleCnt="3">
        <dgm:presLayoutVars>
          <dgm:bulletEnabled val="1"/>
        </dgm:presLayoutVars>
      </dgm:prSet>
      <dgm:spPr/>
    </dgm:pt>
    <dgm:pt modelId="{D89E4B63-1D55-476E-85ED-2B3F014F582A}" type="pres">
      <dgm:prSet presAssocID="{2270A484-61A8-45C2-9422-F85A0DFDFB62}" presName="FourConn_3-4" presStyleLbl="fgAccFollowNode1" presStyleIdx="2" presStyleCnt="3">
        <dgm:presLayoutVars>
          <dgm:bulletEnabled val="1"/>
        </dgm:presLayoutVars>
      </dgm:prSet>
      <dgm:spPr/>
    </dgm:pt>
    <dgm:pt modelId="{3B4C5A11-34DF-4DFB-944E-B37F4E8D7A6D}" type="pres">
      <dgm:prSet presAssocID="{2270A484-61A8-45C2-9422-F85A0DFDFB62}" presName="FourNodes_1_text" presStyleLbl="node1" presStyleIdx="3" presStyleCnt="4">
        <dgm:presLayoutVars>
          <dgm:bulletEnabled val="1"/>
        </dgm:presLayoutVars>
      </dgm:prSet>
      <dgm:spPr/>
    </dgm:pt>
    <dgm:pt modelId="{BF33914A-10C3-47F8-81F3-DD232D99CC5F}" type="pres">
      <dgm:prSet presAssocID="{2270A484-61A8-45C2-9422-F85A0DFDFB62}" presName="FourNodes_2_text" presStyleLbl="node1" presStyleIdx="3" presStyleCnt="4">
        <dgm:presLayoutVars>
          <dgm:bulletEnabled val="1"/>
        </dgm:presLayoutVars>
      </dgm:prSet>
      <dgm:spPr/>
    </dgm:pt>
    <dgm:pt modelId="{8F694277-027B-40CA-AF6E-976EF875EFF4}" type="pres">
      <dgm:prSet presAssocID="{2270A484-61A8-45C2-9422-F85A0DFDFB62}" presName="FourNodes_3_text" presStyleLbl="node1" presStyleIdx="3" presStyleCnt="4">
        <dgm:presLayoutVars>
          <dgm:bulletEnabled val="1"/>
        </dgm:presLayoutVars>
      </dgm:prSet>
      <dgm:spPr/>
    </dgm:pt>
    <dgm:pt modelId="{D98FB18C-EE42-49ED-B3B2-4C5E2FC41DA7}" type="pres">
      <dgm:prSet presAssocID="{2270A484-61A8-45C2-9422-F85A0DFDFB6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5C2FF02-46EB-493D-8DC8-8A66B0817E20}" srcId="{2270A484-61A8-45C2-9422-F85A0DFDFB62}" destId="{9BBD8CD4-CA7F-4031-BF45-D978CCF62263}" srcOrd="0" destOrd="0" parTransId="{EF2DADC0-B336-4B85-9271-5F2FB8B541FE}" sibTransId="{E5BA3D37-4F3E-4082-9809-4F0259424282}"/>
    <dgm:cxn modelId="{FDE37317-7FDB-4888-8C37-A724DE406F36}" type="presOf" srcId="{0D9533C8-182D-4628-B82D-480487D51421}" destId="{D98FB18C-EE42-49ED-B3B2-4C5E2FC41DA7}" srcOrd="1" destOrd="0" presId="urn:microsoft.com/office/officeart/2005/8/layout/vProcess5"/>
    <dgm:cxn modelId="{54494F29-F325-49B5-97D5-5ACA1E564A18}" srcId="{2270A484-61A8-45C2-9422-F85A0DFDFB62}" destId="{0D9533C8-182D-4628-B82D-480487D51421}" srcOrd="3" destOrd="0" parTransId="{EC1288F2-6317-4709-ABEB-802DDA18B4BB}" sibTransId="{675A79FA-0EAA-4A5C-B827-F0D29E606B6D}"/>
    <dgm:cxn modelId="{27F2336B-FC67-4F42-8D97-E323C063953B}" type="presOf" srcId="{1F98DDE5-9CDB-430E-AF99-8CBCB936B433}" destId="{BF33914A-10C3-47F8-81F3-DD232D99CC5F}" srcOrd="1" destOrd="0" presId="urn:microsoft.com/office/officeart/2005/8/layout/vProcess5"/>
    <dgm:cxn modelId="{639C8C54-989A-4D16-8DE9-862AE98AE57E}" type="presOf" srcId="{E5BA3D37-4F3E-4082-9809-4F0259424282}" destId="{66D8A2B1-E8AF-4600-B5FC-6C4D07328F85}" srcOrd="0" destOrd="0" presId="urn:microsoft.com/office/officeart/2005/8/layout/vProcess5"/>
    <dgm:cxn modelId="{3C5B8F5A-7993-4D03-9BF7-87485D233E1B}" type="presOf" srcId="{9BBD8CD4-CA7F-4031-BF45-D978CCF62263}" destId="{3B4C5A11-34DF-4DFB-944E-B37F4E8D7A6D}" srcOrd="1" destOrd="0" presId="urn:microsoft.com/office/officeart/2005/8/layout/vProcess5"/>
    <dgm:cxn modelId="{5993F55A-8B55-41F4-97FF-BBB0995B833E}" type="presOf" srcId="{0D9533C8-182D-4628-B82D-480487D51421}" destId="{2D500B75-536B-45A3-871B-EE8D0AE9E2AF}" srcOrd="0" destOrd="0" presId="urn:microsoft.com/office/officeart/2005/8/layout/vProcess5"/>
    <dgm:cxn modelId="{7DB6D38A-3CF3-4C66-9C39-71C0CAF8D490}" type="presOf" srcId="{9EB83C28-900E-45B3-9196-CE382B8DAAC9}" destId="{B9B5EF88-BA7E-44ED-BBF6-108AD4868DB8}" srcOrd="0" destOrd="0" presId="urn:microsoft.com/office/officeart/2005/8/layout/vProcess5"/>
    <dgm:cxn modelId="{99089AA2-6853-4CF9-AAC1-9C7105AA2619}" type="presOf" srcId="{9BBD8CD4-CA7F-4031-BF45-D978CCF62263}" destId="{3F87A2CC-B665-476F-AC92-B112CC93B953}" srcOrd="0" destOrd="0" presId="urn:microsoft.com/office/officeart/2005/8/layout/vProcess5"/>
    <dgm:cxn modelId="{7E4C01B2-A230-4CE5-8ABE-8188786C2B79}" type="presOf" srcId="{1F98DDE5-9CDB-430E-AF99-8CBCB936B433}" destId="{15DD6459-FBEC-407E-A58C-7C830402464C}" srcOrd="0" destOrd="0" presId="urn:microsoft.com/office/officeart/2005/8/layout/vProcess5"/>
    <dgm:cxn modelId="{E474FAB2-6C56-4DAC-B4C9-21E3E2C91591}" type="presOf" srcId="{2270A484-61A8-45C2-9422-F85A0DFDFB62}" destId="{BC299151-4994-4EBB-902A-CE46C951BF4B}" srcOrd="0" destOrd="0" presId="urn:microsoft.com/office/officeart/2005/8/layout/vProcess5"/>
    <dgm:cxn modelId="{D5C9C6BD-0CBA-4318-B156-4A87B84865B2}" srcId="{2270A484-61A8-45C2-9422-F85A0DFDFB62}" destId="{1F98DDE5-9CDB-430E-AF99-8CBCB936B433}" srcOrd="1" destOrd="0" parTransId="{367CDCD9-ECE6-4187-A455-4F66959F9945}" sibTransId="{9EB83C28-900E-45B3-9196-CE382B8DAAC9}"/>
    <dgm:cxn modelId="{601286D2-22B5-4170-BA7B-336465E5948E}" type="presOf" srcId="{12176E92-924A-4CD9-9A79-C367C192C745}" destId="{D89E4B63-1D55-476E-85ED-2B3F014F582A}" srcOrd="0" destOrd="0" presId="urn:microsoft.com/office/officeart/2005/8/layout/vProcess5"/>
    <dgm:cxn modelId="{19E4CFDB-0D37-454A-960E-200B90601A17}" type="presOf" srcId="{F6262538-8B08-4EB7-BF18-E4FE03ABB680}" destId="{8F694277-027B-40CA-AF6E-976EF875EFF4}" srcOrd="1" destOrd="0" presId="urn:microsoft.com/office/officeart/2005/8/layout/vProcess5"/>
    <dgm:cxn modelId="{64724EEA-52EE-4D02-B3D6-45248A9BE79B}" srcId="{2270A484-61A8-45C2-9422-F85A0DFDFB62}" destId="{F6262538-8B08-4EB7-BF18-E4FE03ABB680}" srcOrd="2" destOrd="0" parTransId="{4A29D48C-6D49-454D-B633-34B677359DE4}" sibTransId="{12176E92-924A-4CD9-9A79-C367C192C745}"/>
    <dgm:cxn modelId="{96D91CFA-BD19-4848-828E-92177DBBF040}" type="presOf" srcId="{F6262538-8B08-4EB7-BF18-E4FE03ABB680}" destId="{59415126-C9D4-43E7-A73F-CE42D43758DA}" srcOrd="0" destOrd="0" presId="urn:microsoft.com/office/officeart/2005/8/layout/vProcess5"/>
    <dgm:cxn modelId="{73C70F89-D049-4B1E-80B9-69919718A15C}" type="presParOf" srcId="{BC299151-4994-4EBB-902A-CE46C951BF4B}" destId="{35C8B230-0CCF-40D3-B042-AE82DCE9D3D4}" srcOrd="0" destOrd="0" presId="urn:microsoft.com/office/officeart/2005/8/layout/vProcess5"/>
    <dgm:cxn modelId="{900F11B7-74FE-405A-8EAA-9D5E926D016D}" type="presParOf" srcId="{BC299151-4994-4EBB-902A-CE46C951BF4B}" destId="{3F87A2CC-B665-476F-AC92-B112CC93B953}" srcOrd="1" destOrd="0" presId="urn:microsoft.com/office/officeart/2005/8/layout/vProcess5"/>
    <dgm:cxn modelId="{A175BD2C-EEBC-4F27-ADCD-F26B5217A014}" type="presParOf" srcId="{BC299151-4994-4EBB-902A-CE46C951BF4B}" destId="{15DD6459-FBEC-407E-A58C-7C830402464C}" srcOrd="2" destOrd="0" presId="urn:microsoft.com/office/officeart/2005/8/layout/vProcess5"/>
    <dgm:cxn modelId="{016674C4-343D-4554-904D-B2E602EFDD6A}" type="presParOf" srcId="{BC299151-4994-4EBB-902A-CE46C951BF4B}" destId="{59415126-C9D4-43E7-A73F-CE42D43758DA}" srcOrd="3" destOrd="0" presId="urn:microsoft.com/office/officeart/2005/8/layout/vProcess5"/>
    <dgm:cxn modelId="{B185535E-B062-49B0-A8F1-5B550A2B4474}" type="presParOf" srcId="{BC299151-4994-4EBB-902A-CE46C951BF4B}" destId="{2D500B75-536B-45A3-871B-EE8D0AE9E2AF}" srcOrd="4" destOrd="0" presId="urn:microsoft.com/office/officeart/2005/8/layout/vProcess5"/>
    <dgm:cxn modelId="{A795FC87-C29A-4C6F-A62B-E7EC17045A76}" type="presParOf" srcId="{BC299151-4994-4EBB-902A-CE46C951BF4B}" destId="{66D8A2B1-E8AF-4600-B5FC-6C4D07328F85}" srcOrd="5" destOrd="0" presId="urn:microsoft.com/office/officeart/2005/8/layout/vProcess5"/>
    <dgm:cxn modelId="{59B5E117-CF82-44B4-8BDA-BCA9A78A6DA8}" type="presParOf" srcId="{BC299151-4994-4EBB-902A-CE46C951BF4B}" destId="{B9B5EF88-BA7E-44ED-BBF6-108AD4868DB8}" srcOrd="6" destOrd="0" presId="urn:microsoft.com/office/officeart/2005/8/layout/vProcess5"/>
    <dgm:cxn modelId="{23A0E54E-44A6-44C1-9761-D35561DAC782}" type="presParOf" srcId="{BC299151-4994-4EBB-902A-CE46C951BF4B}" destId="{D89E4B63-1D55-476E-85ED-2B3F014F582A}" srcOrd="7" destOrd="0" presId="urn:microsoft.com/office/officeart/2005/8/layout/vProcess5"/>
    <dgm:cxn modelId="{B4204923-C37B-409A-AFB3-CD9237463AC2}" type="presParOf" srcId="{BC299151-4994-4EBB-902A-CE46C951BF4B}" destId="{3B4C5A11-34DF-4DFB-944E-B37F4E8D7A6D}" srcOrd="8" destOrd="0" presId="urn:microsoft.com/office/officeart/2005/8/layout/vProcess5"/>
    <dgm:cxn modelId="{A55D2978-AD9D-4079-BEE2-39470A4F92FE}" type="presParOf" srcId="{BC299151-4994-4EBB-902A-CE46C951BF4B}" destId="{BF33914A-10C3-47F8-81F3-DD232D99CC5F}" srcOrd="9" destOrd="0" presId="urn:microsoft.com/office/officeart/2005/8/layout/vProcess5"/>
    <dgm:cxn modelId="{C89A8718-04C2-4A5E-8146-DA762C1F5ECE}" type="presParOf" srcId="{BC299151-4994-4EBB-902A-CE46C951BF4B}" destId="{8F694277-027B-40CA-AF6E-976EF875EFF4}" srcOrd="10" destOrd="0" presId="urn:microsoft.com/office/officeart/2005/8/layout/vProcess5"/>
    <dgm:cxn modelId="{8BEBDF8D-882D-4B41-A73B-BBDBB2F378F6}" type="presParOf" srcId="{BC299151-4994-4EBB-902A-CE46C951BF4B}" destId="{D98FB18C-EE42-49ED-B3B2-4C5E2FC41DA7}" srcOrd="11" destOrd="0" presId="urn:microsoft.com/office/officeart/2005/8/layout/vProcess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A436FB-17B3-4940-9F59-E5011BB223FB}" type="doc">
      <dgm:prSet loTypeId="urn:microsoft.com/office/officeart/2018/2/layout/IconLabelList" loCatId="icon" qsTypeId="urn:microsoft.com/office/officeart/2005/8/quickstyle/simple1#4" qsCatId="simple" csTypeId="urn:microsoft.com/office/officeart/2005/8/colors/colorful4#1" csCatId="colorful" phldr="1"/>
      <dgm:spPr/>
      <dgm:t>
        <a:bodyPr/>
        <a:lstStyle/>
        <a:p>
          <a:endParaRPr lang="es-CL"/>
        </a:p>
      </dgm:t>
    </dgm:pt>
    <dgm:pt modelId="{9BBFCC9A-72C6-4FC8-8BEE-E6D77622A737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b="1">
              <a:solidFill>
                <a:schemeClr val="bg1"/>
              </a:solidFill>
            </a:rPr>
            <a:t>EJECUCIÓN DE TEST DE ALCOHOL Y DROGAS.</a:t>
          </a:r>
          <a:endParaRPr lang="es-CL" sz="1400" b="1" dirty="0">
            <a:solidFill>
              <a:schemeClr val="bg1"/>
            </a:solidFill>
          </a:endParaRPr>
        </a:p>
      </dgm:t>
    </dgm:pt>
    <dgm:pt modelId="{21C1D046-5D9B-4E99-922C-07FBCEF1C97E}" type="parTrans" cxnId="{FF83590F-C0D9-4566-85B3-595E99902CFC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C7BCEEF7-130C-4859-9DCF-FE765FE5ADDB}" type="sibTrans" cxnId="{FF83590F-C0D9-4566-85B3-595E99902CFC}">
      <dgm:prSet/>
      <dgm:spPr/>
      <dgm:t>
        <a:bodyPr/>
        <a:lstStyle/>
        <a:p>
          <a:pPr>
            <a:lnSpc>
              <a:spcPct val="100000"/>
            </a:lnSpc>
          </a:pPr>
          <a:endParaRPr lang="es-CL" sz="1400" b="1">
            <a:solidFill>
              <a:schemeClr val="bg1"/>
            </a:solidFill>
          </a:endParaRPr>
        </a:p>
      </dgm:t>
    </dgm:pt>
    <dgm:pt modelId="{3EBC0D14-54E9-4595-93FD-644D2B9147D7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MX" sz="1200" b="1">
              <a:solidFill>
                <a:schemeClr val="bg1"/>
              </a:solidFill>
            </a:rPr>
            <a:t>CAMPAÑA ALTAS TEMPERATURAS” PROTÉGETE DE LAS ALTAS TEMPERATURAS” </a:t>
          </a:r>
          <a:r>
            <a:rPr lang="es-ES" sz="1200" b="1">
              <a:solidFill>
                <a:schemeClr val="bg1"/>
              </a:solidFill>
            </a:rPr>
            <a:t>.</a:t>
          </a:r>
          <a:endParaRPr lang="es-CL" sz="1200" b="1" dirty="0">
            <a:solidFill>
              <a:schemeClr val="bg1"/>
            </a:solidFill>
          </a:endParaRPr>
        </a:p>
      </dgm:t>
    </dgm:pt>
    <dgm:pt modelId="{C3C3BAA3-3B8A-4850-8BB9-D3B8FBE7A42A}" type="parTrans" cxnId="{0A25ECA3-80A1-481E-8FF3-F674C419E600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9E01E101-9C9F-47CB-9A53-3E3FCD2559ED}" type="sibTrans" cxnId="{0A25ECA3-80A1-481E-8FF3-F674C419E600}">
      <dgm:prSet/>
      <dgm:spPr/>
      <dgm:t>
        <a:bodyPr/>
        <a:lstStyle/>
        <a:p>
          <a:pPr>
            <a:lnSpc>
              <a:spcPct val="100000"/>
            </a:lnSpc>
          </a:pPr>
          <a:endParaRPr lang="es-CL" sz="1400" b="1">
            <a:solidFill>
              <a:schemeClr val="bg1"/>
            </a:solidFill>
          </a:endParaRPr>
        </a:p>
      </dgm:t>
    </dgm:pt>
    <dgm:pt modelId="{461C5020-4B9D-416F-AA5D-4B5ED0665D58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CL" sz="1400" b="1">
              <a:solidFill>
                <a:schemeClr val="bg1"/>
              </a:solidFill>
            </a:rPr>
            <a:t>DIFUSIÓN INFORMES FLASH.</a:t>
          </a:r>
          <a:endParaRPr lang="es-CL" sz="1400" b="1" dirty="0">
            <a:solidFill>
              <a:schemeClr val="bg1"/>
            </a:solidFill>
          </a:endParaRPr>
        </a:p>
      </dgm:t>
    </dgm:pt>
    <dgm:pt modelId="{C7C872B4-EE8B-431C-B32F-B6CEB6EA0EDA}" type="parTrans" cxnId="{6C01F999-21EA-45BA-8706-E6325F9BD5B8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0F7E1502-A956-4553-98D7-2C06557DDBCF}" type="sibTrans" cxnId="{6C01F999-21EA-45BA-8706-E6325F9BD5B8}">
      <dgm:prSet/>
      <dgm:spPr/>
      <dgm:t>
        <a:bodyPr/>
        <a:lstStyle/>
        <a:p>
          <a:pPr>
            <a:lnSpc>
              <a:spcPct val="100000"/>
            </a:lnSpc>
          </a:pPr>
          <a:endParaRPr lang="es-CL" sz="1400" b="1">
            <a:solidFill>
              <a:schemeClr val="bg1"/>
            </a:solidFill>
          </a:endParaRPr>
        </a:p>
      </dgm:t>
    </dgm:pt>
    <dgm:pt modelId="{53B264FC-9C5A-4F2F-BAA2-7EED83D1BF46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MX" sz="1200" b="1">
              <a:solidFill>
                <a:schemeClr val="bg1"/>
              </a:solidFill>
            </a:rPr>
            <a:t>ACTUALIZACIÓN REGISTRO DE PROCEDIMIENTOS OPERACIONALES</a:t>
          </a:r>
          <a:endParaRPr lang="es-CL" sz="1200" b="1" dirty="0">
            <a:solidFill>
              <a:schemeClr val="bg1"/>
            </a:solidFill>
          </a:endParaRPr>
        </a:p>
      </dgm:t>
    </dgm:pt>
    <dgm:pt modelId="{4286D537-A481-4EDD-AFF0-F479E2C06DE1}" type="parTrans" cxnId="{6316C661-7492-42FF-96E3-126E2AD548D0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AFD2DCEE-0041-45C7-B24B-4E3495988FBF}" type="sibTrans" cxnId="{6316C661-7492-42FF-96E3-126E2AD548D0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8E9E62A0-8B78-4C87-A4E3-630D684404B6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CL" sz="1400" b="1">
              <a:solidFill>
                <a:schemeClr val="bg1"/>
              </a:solidFill>
            </a:rPr>
            <a:t>REUNIONES COLABORATIVAS SSO EMPRESAS ASOCIADAS.</a:t>
          </a:r>
          <a:endParaRPr lang="es-CL" sz="1400" b="1" dirty="0">
            <a:solidFill>
              <a:schemeClr val="bg1"/>
            </a:solidFill>
          </a:endParaRPr>
        </a:p>
      </dgm:t>
    </dgm:pt>
    <dgm:pt modelId="{C8735C80-692F-45CC-BCEC-4E0AE747FA7B}" type="parTrans" cxnId="{3FD98C02-0619-416E-B25C-F01310021BC0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BA042E41-9B0A-4830-9A16-76F4E134D8C7}" type="sibTrans" cxnId="{3FD98C02-0619-416E-B25C-F01310021BC0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665868C3-7FA7-4A42-868B-1CF2273AF574}" type="pres">
      <dgm:prSet presAssocID="{0FA436FB-17B3-4940-9F59-E5011BB223FB}" presName="root" presStyleCnt="0">
        <dgm:presLayoutVars>
          <dgm:dir/>
          <dgm:resizeHandles val="exact"/>
        </dgm:presLayoutVars>
      </dgm:prSet>
      <dgm:spPr/>
    </dgm:pt>
    <dgm:pt modelId="{20647314-7CBE-4AE7-81F3-626B62DA14C5}" type="pres">
      <dgm:prSet presAssocID="{9BBFCC9A-72C6-4FC8-8BEE-E6D77622A737}" presName="compNode" presStyleCnt="0"/>
      <dgm:spPr/>
    </dgm:pt>
    <dgm:pt modelId="{78570076-E8CA-4027-8351-1A6D282B852E}" type="pres">
      <dgm:prSet presAssocID="{9BBFCC9A-72C6-4FC8-8BEE-E6D77622A73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tini"/>
        </a:ext>
      </dgm:extLst>
    </dgm:pt>
    <dgm:pt modelId="{39BF3C39-7DB0-41D8-AB42-5CC7E69EFA62}" type="pres">
      <dgm:prSet presAssocID="{9BBFCC9A-72C6-4FC8-8BEE-E6D77622A737}" presName="spaceRect" presStyleCnt="0"/>
      <dgm:spPr/>
    </dgm:pt>
    <dgm:pt modelId="{093047D1-BDBB-456A-A18E-B0B34B708E34}" type="pres">
      <dgm:prSet presAssocID="{9BBFCC9A-72C6-4FC8-8BEE-E6D77622A737}" presName="textRect" presStyleLbl="revTx" presStyleIdx="0" presStyleCnt="5">
        <dgm:presLayoutVars>
          <dgm:chMax val="1"/>
          <dgm:chPref val="1"/>
        </dgm:presLayoutVars>
      </dgm:prSet>
      <dgm:spPr/>
    </dgm:pt>
    <dgm:pt modelId="{11A33257-FE95-42FB-9983-7F42980F9BA5}" type="pres">
      <dgm:prSet presAssocID="{C7BCEEF7-130C-4859-9DCF-FE765FE5ADDB}" presName="sibTrans" presStyleCnt="0"/>
      <dgm:spPr/>
    </dgm:pt>
    <dgm:pt modelId="{A1E75F7A-8ABA-4913-9507-87ACF0F9F9A6}" type="pres">
      <dgm:prSet presAssocID="{3EBC0D14-54E9-4595-93FD-644D2B9147D7}" presName="compNode" presStyleCnt="0"/>
      <dgm:spPr/>
    </dgm:pt>
    <dgm:pt modelId="{98B44BA3-2E96-471D-88EB-25AA2C650C82}" type="pres">
      <dgm:prSet presAssocID="{3EBC0D14-54E9-4595-93FD-644D2B9147D7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 con relleno sólido"/>
        </a:ext>
      </dgm:extLst>
    </dgm:pt>
    <dgm:pt modelId="{3E5DEACD-0CD5-49CE-AB93-4501F209B851}" type="pres">
      <dgm:prSet presAssocID="{3EBC0D14-54E9-4595-93FD-644D2B9147D7}" presName="spaceRect" presStyleCnt="0"/>
      <dgm:spPr/>
    </dgm:pt>
    <dgm:pt modelId="{BA315483-852B-44CC-9C8C-3ADF54D0899B}" type="pres">
      <dgm:prSet presAssocID="{3EBC0D14-54E9-4595-93FD-644D2B9147D7}" presName="textRect" presStyleLbl="revTx" presStyleIdx="1" presStyleCnt="5">
        <dgm:presLayoutVars>
          <dgm:chMax val="1"/>
          <dgm:chPref val="1"/>
        </dgm:presLayoutVars>
      </dgm:prSet>
      <dgm:spPr/>
    </dgm:pt>
    <dgm:pt modelId="{9D3D42F2-096C-4C7E-A133-59199865A183}" type="pres">
      <dgm:prSet presAssocID="{9E01E101-9C9F-47CB-9A53-3E3FCD2559ED}" presName="sibTrans" presStyleCnt="0"/>
      <dgm:spPr/>
    </dgm:pt>
    <dgm:pt modelId="{152F274E-6C62-4EE2-99E7-2A7DEA93E8F3}" type="pres">
      <dgm:prSet presAssocID="{461C5020-4B9D-416F-AA5D-4B5ED0665D58}" presName="compNode" presStyleCnt="0"/>
      <dgm:spPr/>
    </dgm:pt>
    <dgm:pt modelId="{B73B7CCE-D05B-429A-A5B5-7F8EE4B1BF3B}" type="pres">
      <dgm:prSet presAssocID="{461C5020-4B9D-416F-AA5D-4B5ED0665D5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DFCF81B-8167-4418-8E5C-673718EA5579}" type="pres">
      <dgm:prSet presAssocID="{461C5020-4B9D-416F-AA5D-4B5ED0665D58}" presName="spaceRect" presStyleCnt="0"/>
      <dgm:spPr/>
    </dgm:pt>
    <dgm:pt modelId="{D1E77468-8F9F-40A2-B604-AA1092AB2F46}" type="pres">
      <dgm:prSet presAssocID="{461C5020-4B9D-416F-AA5D-4B5ED0665D58}" presName="textRect" presStyleLbl="revTx" presStyleIdx="2" presStyleCnt="5">
        <dgm:presLayoutVars>
          <dgm:chMax val="1"/>
          <dgm:chPref val="1"/>
        </dgm:presLayoutVars>
      </dgm:prSet>
      <dgm:spPr/>
    </dgm:pt>
    <dgm:pt modelId="{FB8D025D-5F53-4DA7-82B1-9DD5B0A30674}" type="pres">
      <dgm:prSet presAssocID="{0F7E1502-A956-4553-98D7-2C06557DDBCF}" presName="sibTrans" presStyleCnt="0"/>
      <dgm:spPr/>
    </dgm:pt>
    <dgm:pt modelId="{B0A58EFA-6DD8-4F7B-9438-85CC227EE5D4}" type="pres">
      <dgm:prSet presAssocID="{53B264FC-9C5A-4F2F-BAA2-7EED83D1BF46}" presName="compNode" presStyleCnt="0"/>
      <dgm:spPr/>
    </dgm:pt>
    <dgm:pt modelId="{4E1490C1-57EC-4892-9CFD-2E4B28DC5ACE}" type="pres">
      <dgm:prSet presAssocID="{53B264FC-9C5A-4F2F-BAA2-7EED83D1BF4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AD1C29F2-950F-49C2-A9D6-0E2D56406CF7}" type="pres">
      <dgm:prSet presAssocID="{53B264FC-9C5A-4F2F-BAA2-7EED83D1BF46}" presName="spaceRect" presStyleCnt="0"/>
      <dgm:spPr/>
    </dgm:pt>
    <dgm:pt modelId="{5EF31A65-EDCA-4958-8961-AB28F239547E}" type="pres">
      <dgm:prSet presAssocID="{53B264FC-9C5A-4F2F-BAA2-7EED83D1BF46}" presName="textRect" presStyleLbl="revTx" presStyleIdx="3" presStyleCnt="5">
        <dgm:presLayoutVars>
          <dgm:chMax val="1"/>
          <dgm:chPref val="1"/>
        </dgm:presLayoutVars>
      </dgm:prSet>
      <dgm:spPr/>
    </dgm:pt>
    <dgm:pt modelId="{C09D7980-2341-43B6-9546-E1F5BFB47EDA}" type="pres">
      <dgm:prSet presAssocID="{AFD2DCEE-0041-45C7-B24B-4E3495988FBF}" presName="sibTrans" presStyleCnt="0"/>
      <dgm:spPr/>
    </dgm:pt>
    <dgm:pt modelId="{F4137342-0C06-41CF-AFF8-E2530FEFABCD}" type="pres">
      <dgm:prSet presAssocID="{8E9E62A0-8B78-4C87-A4E3-630D684404B6}" presName="compNode" presStyleCnt="0"/>
      <dgm:spPr/>
    </dgm:pt>
    <dgm:pt modelId="{CA2703E1-CC8F-4545-8B4D-CB0618C2B219}" type="pres">
      <dgm:prSet presAssocID="{8E9E62A0-8B78-4C87-A4E3-630D684404B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unión"/>
        </a:ext>
      </dgm:extLst>
    </dgm:pt>
    <dgm:pt modelId="{116E28B3-F32D-41C3-BC5E-9A7087D6074F}" type="pres">
      <dgm:prSet presAssocID="{8E9E62A0-8B78-4C87-A4E3-630D684404B6}" presName="spaceRect" presStyleCnt="0"/>
      <dgm:spPr/>
    </dgm:pt>
    <dgm:pt modelId="{AA5A7568-33C1-4C29-928D-2B153356330C}" type="pres">
      <dgm:prSet presAssocID="{8E9E62A0-8B78-4C87-A4E3-630D684404B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FD98C02-0619-416E-B25C-F01310021BC0}" srcId="{0FA436FB-17B3-4940-9F59-E5011BB223FB}" destId="{8E9E62A0-8B78-4C87-A4E3-630D684404B6}" srcOrd="4" destOrd="0" parTransId="{C8735C80-692F-45CC-BCEC-4E0AE747FA7B}" sibTransId="{BA042E41-9B0A-4830-9A16-76F4E134D8C7}"/>
    <dgm:cxn modelId="{FF83590F-C0D9-4566-85B3-595E99902CFC}" srcId="{0FA436FB-17B3-4940-9F59-E5011BB223FB}" destId="{9BBFCC9A-72C6-4FC8-8BEE-E6D77622A737}" srcOrd="0" destOrd="0" parTransId="{21C1D046-5D9B-4E99-922C-07FBCEF1C97E}" sibTransId="{C7BCEEF7-130C-4859-9DCF-FE765FE5ADDB}"/>
    <dgm:cxn modelId="{ACA09016-E7DD-4D99-BD20-DC435086E957}" type="presOf" srcId="{461C5020-4B9D-416F-AA5D-4B5ED0665D58}" destId="{D1E77468-8F9F-40A2-B604-AA1092AB2F46}" srcOrd="0" destOrd="0" presId="urn:microsoft.com/office/officeart/2018/2/layout/IconLabelList"/>
    <dgm:cxn modelId="{C5011920-F4AA-4D2A-8E94-B822F0E0C911}" type="presOf" srcId="{0FA436FB-17B3-4940-9F59-E5011BB223FB}" destId="{665868C3-7FA7-4A42-868B-1CF2273AF574}" srcOrd="0" destOrd="0" presId="urn:microsoft.com/office/officeart/2018/2/layout/IconLabelList"/>
    <dgm:cxn modelId="{6316C661-7492-42FF-96E3-126E2AD548D0}" srcId="{0FA436FB-17B3-4940-9F59-E5011BB223FB}" destId="{53B264FC-9C5A-4F2F-BAA2-7EED83D1BF46}" srcOrd="3" destOrd="0" parTransId="{4286D537-A481-4EDD-AFF0-F479E2C06DE1}" sibTransId="{AFD2DCEE-0041-45C7-B24B-4E3495988FBF}"/>
    <dgm:cxn modelId="{E5A5DE88-E8DD-4203-A1F7-C892637AB384}" type="presOf" srcId="{8E9E62A0-8B78-4C87-A4E3-630D684404B6}" destId="{AA5A7568-33C1-4C29-928D-2B153356330C}" srcOrd="0" destOrd="0" presId="urn:microsoft.com/office/officeart/2018/2/layout/IconLabelList"/>
    <dgm:cxn modelId="{6C01F999-21EA-45BA-8706-E6325F9BD5B8}" srcId="{0FA436FB-17B3-4940-9F59-E5011BB223FB}" destId="{461C5020-4B9D-416F-AA5D-4B5ED0665D58}" srcOrd="2" destOrd="0" parTransId="{C7C872B4-EE8B-431C-B32F-B6CEB6EA0EDA}" sibTransId="{0F7E1502-A956-4553-98D7-2C06557DDBCF}"/>
    <dgm:cxn modelId="{9399FD9A-16D4-4057-904F-BF543EC1A617}" type="presOf" srcId="{9BBFCC9A-72C6-4FC8-8BEE-E6D77622A737}" destId="{093047D1-BDBB-456A-A18E-B0B34B708E34}" srcOrd="0" destOrd="0" presId="urn:microsoft.com/office/officeart/2018/2/layout/IconLabelList"/>
    <dgm:cxn modelId="{0A25ECA3-80A1-481E-8FF3-F674C419E600}" srcId="{0FA436FB-17B3-4940-9F59-E5011BB223FB}" destId="{3EBC0D14-54E9-4595-93FD-644D2B9147D7}" srcOrd="1" destOrd="0" parTransId="{C3C3BAA3-3B8A-4850-8BB9-D3B8FBE7A42A}" sibTransId="{9E01E101-9C9F-47CB-9A53-3E3FCD2559ED}"/>
    <dgm:cxn modelId="{F95ED6B6-1204-43E0-A258-273B382E66DE}" type="presOf" srcId="{53B264FC-9C5A-4F2F-BAA2-7EED83D1BF46}" destId="{5EF31A65-EDCA-4958-8961-AB28F239547E}" srcOrd="0" destOrd="0" presId="urn:microsoft.com/office/officeart/2018/2/layout/IconLabelList"/>
    <dgm:cxn modelId="{8FE18BDE-3AB7-4F12-9BE9-955B057C0A8C}" type="presOf" srcId="{3EBC0D14-54E9-4595-93FD-644D2B9147D7}" destId="{BA315483-852B-44CC-9C8C-3ADF54D0899B}" srcOrd="0" destOrd="0" presId="urn:microsoft.com/office/officeart/2018/2/layout/IconLabelList"/>
    <dgm:cxn modelId="{807EF6FE-369B-4FB2-BB9B-5562A9D9790A}" type="presParOf" srcId="{665868C3-7FA7-4A42-868B-1CF2273AF574}" destId="{20647314-7CBE-4AE7-81F3-626B62DA14C5}" srcOrd="0" destOrd="0" presId="urn:microsoft.com/office/officeart/2018/2/layout/IconLabelList"/>
    <dgm:cxn modelId="{E618FB5B-23A5-464D-A643-00272BAA0C88}" type="presParOf" srcId="{20647314-7CBE-4AE7-81F3-626B62DA14C5}" destId="{78570076-E8CA-4027-8351-1A6D282B852E}" srcOrd="0" destOrd="0" presId="urn:microsoft.com/office/officeart/2018/2/layout/IconLabelList"/>
    <dgm:cxn modelId="{B174E49F-BC91-4B5E-B948-62940F36A17C}" type="presParOf" srcId="{20647314-7CBE-4AE7-81F3-626B62DA14C5}" destId="{39BF3C39-7DB0-41D8-AB42-5CC7E69EFA62}" srcOrd="1" destOrd="0" presId="urn:microsoft.com/office/officeart/2018/2/layout/IconLabelList"/>
    <dgm:cxn modelId="{D760185E-C367-405E-9110-CD377DE83F78}" type="presParOf" srcId="{20647314-7CBE-4AE7-81F3-626B62DA14C5}" destId="{093047D1-BDBB-456A-A18E-B0B34B708E34}" srcOrd="2" destOrd="0" presId="urn:microsoft.com/office/officeart/2018/2/layout/IconLabelList"/>
    <dgm:cxn modelId="{1268D56E-F817-407C-B3B1-32E71EA19024}" type="presParOf" srcId="{665868C3-7FA7-4A42-868B-1CF2273AF574}" destId="{11A33257-FE95-42FB-9983-7F42980F9BA5}" srcOrd="1" destOrd="0" presId="urn:microsoft.com/office/officeart/2018/2/layout/IconLabelList"/>
    <dgm:cxn modelId="{B726B0E3-CA2C-418D-AA46-DC615B16CEA5}" type="presParOf" srcId="{665868C3-7FA7-4A42-868B-1CF2273AF574}" destId="{A1E75F7A-8ABA-4913-9507-87ACF0F9F9A6}" srcOrd="2" destOrd="0" presId="urn:microsoft.com/office/officeart/2018/2/layout/IconLabelList"/>
    <dgm:cxn modelId="{2B2EEFD0-28A6-4257-ACC7-67ECDFF920F9}" type="presParOf" srcId="{A1E75F7A-8ABA-4913-9507-87ACF0F9F9A6}" destId="{98B44BA3-2E96-471D-88EB-25AA2C650C82}" srcOrd="0" destOrd="0" presId="urn:microsoft.com/office/officeart/2018/2/layout/IconLabelList"/>
    <dgm:cxn modelId="{763A14F1-BF59-4C16-8BDF-8325363EEA33}" type="presParOf" srcId="{A1E75F7A-8ABA-4913-9507-87ACF0F9F9A6}" destId="{3E5DEACD-0CD5-49CE-AB93-4501F209B851}" srcOrd="1" destOrd="0" presId="urn:microsoft.com/office/officeart/2018/2/layout/IconLabelList"/>
    <dgm:cxn modelId="{D8F5E459-BE2F-41F3-9266-5928809E267B}" type="presParOf" srcId="{A1E75F7A-8ABA-4913-9507-87ACF0F9F9A6}" destId="{BA315483-852B-44CC-9C8C-3ADF54D0899B}" srcOrd="2" destOrd="0" presId="urn:microsoft.com/office/officeart/2018/2/layout/IconLabelList"/>
    <dgm:cxn modelId="{4EBCB5F3-C776-4466-948B-710FFEB3D44B}" type="presParOf" srcId="{665868C3-7FA7-4A42-868B-1CF2273AF574}" destId="{9D3D42F2-096C-4C7E-A133-59199865A183}" srcOrd="3" destOrd="0" presId="urn:microsoft.com/office/officeart/2018/2/layout/IconLabelList"/>
    <dgm:cxn modelId="{ED40397E-0C36-4986-AB0C-6C8D3BE84A83}" type="presParOf" srcId="{665868C3-7FA7-4A42-868B-1CF2273AF574}" destId="{152F274E-6C62-4EE2-99E7-2A7DEA93E8F3}" srcOrd="4" destOrd="0" presId="urn:microsoft.com/office/officeart/2018/2/layout/IconLabelList"/>
    <dgm:cxn modelId="{9D17D6E3-420D-4DC3-A4CF-B4943C3B868C}" type="presParOf" srcId="{152F274E-6C62-4EE2-99E7-2A7DEA93E8F3}" destId="{B73B7CCE-D05B-429A-A5B5-7F8EE4B1BF3B}" srcOrd="0" destOrd="0" presId="urn:microsoft.com/office/officeart/2018/2/layout/IconLabelList"/>
    <dgm:cxn modelId="{077EB140-5EF5-4480-86F6-DCD96A5BE024}" type="presParOf" srcId="{152F274E-6C62-4EE2-99E7-2A7DEA93E8F3}" destId="{DDFCF81B-8167-4418-8E5C-673718EA5579}" srcOrd="1" destOrd="0" presId="urn:microsoft.com/office/officeart/2018/2/layout/IconLabelList"/>
    <dgm:cxn modelId="{5B34BF78-AFDC-413B-9D27-5D4AC075A136}" type="presParOf" srcId="{152F274E-6C62-4EE2-99E7-2A7DEA93E8F3}" destId="{D1E77468-8F9F-40A2-B604-AA1092AB2F46}" srcOrd="2" destOrd="0" presId="urn:microsoft.com/office/officeart/2018/2/layout/IconLabelList"/>
    <dgm:cxn modelId="{9E183CC9-D24A-475A-BCB5-780097D6A380}" type="presParOf" srcId="{665868C3-7FA7-4A42-868B-1CF2273AF574}" destId="{FB8D025D-5F53-4DA7-82B1-9DD5B0A30674}" srcOrd="5" destOrd="0" presId="urn:microsoft.com/office/officeart/2018/2/layout/IconLabelList"/>
    <dgm:cxn modelId="{F6C33A46-C98B-43D9-B467-19AA32C53381}" type="presParOf" srcId="{665868C3-7FA7-4A42-868B-1CF2273AF574}" destId="{B0A58EFA-6DD8-4F7B-9438-85CC227EE5D4}" srcOrd="6" destOrd="0" presId="urn:microsoft.com/office/officeart/2018/2/layout/IconLabelList"/>
    <dgm:cxn modelId="{51774ADC-D3BB-44EB-8D60-3D23F5142744}" type="presParOf" srcId="{B0A58EFA-6DD8-4F7B-9438-85CC227EE5D4}" destId="{4E1490C1-57EC-4892-9CFD-2E4B28DC5ACE}" srcOrd="0" destOrd="0" presId="urn:microsoft.com/office/officeart/2018/2/layout/IconLabelList"/>
    <dgm:cxn modelId="{A763382C-0C5F-4668-B9FC-61EDB3B00DF0}" type="presParOf" srcId="{B0A58EFA-6DD8-4F7B-9438-85CC227EE5D4}" destId="{AD1C29F2-950F-49C2-A9D6-0E2D56406CF7}" srcOrd="1" destOrd="0" presId="urn:microsoft.com/office/officeart/2018/2/layout/IconLabelList"/>
    <dgm:cxn modelId="{24689214-24EA-46F2-9935-7CA237329022}" type="presParOf" srcId="{B0A58EFA-6DD8-4F7B-9438-85CC227EE5D4}" destId="{5EF31A65-EDCA-4958-8961-AB28F239547E}" srcOrd="2" destOrd="0" presId="urn:microsoft.com/office/officeart/2018/2/layout/IconLabelList"/>
    <dgm:cxn modelId="{D60F8C92-C5EB-41AB-9BC4-2C3D88ED7EBB}" type="presParOf" srcId="{665868C3-7FA7-4A42-868B-1CF2273AF574}" destId="{C09D7980-2341-43B6-9546-E1F5BFB47EDA}" srcOrd="7" destOrd="0" presId="urn:microsoft.com/office/officeart/2018/2/layout/IconLabelList"/>
    <dgm:cxn modelId="{72A34C61-5935-40CD-A26A-E79CC118F99D}" type="presParOf" srcId="{665868C3-7FA7-4A42-868B-1CF2273AF574}" destId="{F4137342-0C06-41CF-AFF8-E2530FEFABCD}" srcOrd="8" destOrd="0" presId="urn:microsoft.com/office/officeart/2018/2/layout/IconLabelList"/>
    <dgm:cxn modelId="{49CD0EE5-A675-4B9E-9AF0-C73622C2839E}" type="presParOf" srcId="{F4137342-0C06-41CF-AFF8-E2530FEFABCD}" destId="{CA2703E1-CC8F-4545-8B4D-CB0618C2B219}" srcOrd="0" destOrd="0" presId="urn:microsoft.com/office/officeart/2018/2/layout/IconLabelList"/>
    <dgm:cxn modelId="{AE86D70D-4E0B-4862-A791-A944E236F6CB}" type="presParOf" srcId="{F4137342-0C06-41CF-AFF8-E2530FEFABCD}" destId="{116E28B3-F32D-41C3-BC5E-9A7087D6074F}" srcOrd="1" destOrd="0" presId="urn:microsoft.com/office/officeart/2018/2/layout/IconLabelList"/>
    <dgm:cxn modelId="{B1D4F89E-EAC5-4031-A492-7A9B91ED3604}" type="presParOf" srcId="{F4137342-0C06-41CF-AFF8-E2530FEFABCD}" destId="{AA5A7568-33C1-4C29-928D-2B153356330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18/2/layout/IconVerticalSolidList" loCatId="icon" qsTypeId="urn:microsoft.com/office/officeart/2005/8/quickstyle/simple1#3" qsCatId="simple" csTypeId="urn:microsoft.com/office/officeart/2005/8/colors/accent2_2#2" csCatId="accent2" phldr="1"/>
      <dgm:spPr/>
      <dgm:t>
        <a:bodyPr/>
        <a:lstStyle/>
        <a:p>
          <a:endParaRPr lang="es-CL"/>
        </a:p>
      </dgm:t>
    </dgm:pt>
    <dgm:pt modelId="{9BBD8CD4-CA7F-4031-BF45-D978CCF62263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CORROSIÓN EN ESTANQUE DE COMBUSTIBLE (CARRO LTE_CMF_08).</a:t>
          </a:r>
          <a:endParaRPr lang="es-CL" dirty="0"/>
        </a:p>
      </dgm:t>
    </dgm:pt>
    <dgm:pt modelId="{EF2DADC0-B336-4B85-9271-5F2FB8B541FE}" type="parTrans" cxnId="{E5C2FF02-46EB-493D-8DC8-8A66B0817E20}">
      <dgm:prSet/>
      <dgm:spPr/>
      <dgm:t>
        <a:bodyPr/>
        <a:lstStyle/>
        <a:p>
          <a:endParaRPr lang="es-CL"/>
        </a:p>
      </dgm:t>
    </dgm:pt>
    <dgm:pt modelId="{E5BA3D37-4F3E-4082-9809-4F0259424282}" type="sibTrans" cxnId="{E5C2FF02-46EB-493D-8DC8-8A66B0817E20}">
      <dgm:prSet/>
      <dgm:spPr/>
      <dgm:t>
        <a:bodyPr/>
        <a:lstStyle/>
        <a:p>
          <a:endParaRPr lang="es-CL"/>
        </a:p>
      </dgm:t>
    </dgm:pt>
    <dgm:pt modelId="{185D04DC-ED2A-418B-942E-AFC3084F30F6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GUARDA DE PARADA DE EMERGENCIA QUEBRADA (CARRO LTE_CMM_10).</a:t>
          </a:r>
          <a:endParaRPr lang="es-CL" b="1" dirty="0"/>
        </a:p>
      </dgm:t>
    </dgm:pt>
    <dgm:pt modelId="{67207208-7C77-4CA2-8B16-57A1B6A50D12}" type="parTrans" cxnId="{C2800DF2-3142-4CA0-B202-4DBB966AF37F}">
      <dgm:prSet/>
      <dgm:spPr/>
      <dgm:t>
        <a:bodyPr/>
        <a:lstStyle/>
        <a:p>
          <a:endParaRPr lang="es-CL"/>
        </a:p>
      </dgm:t>
    </dgm:pt>
    <dgm:pt modelId="{99281907-B07E-4E00-A288-829EA49783FA}" type="sibTrans" cxnId="{C2800DF2-3142-4CA0-B202-4DBB966AF37F}">
      <dgm:prSet/>
      <dgm:spPr/>
      <dgm:t>
        <a:bodyPr/>
        <a:lstStyle/>
        <a:p>
          <a:endParaRPr lang="es-CL"/>
        </a:p>
      </dgm:t>
    </dgm:pt>
    <dgm:pt modelId="{C6705A6E-4183-4F3D-892D-0A4EA56D4685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RESTRICCIÓN DE ACCESO A SITIOS CMM-05 Y CMM-11 POR PUESTA A TIERRA INEXISTENTE</a:t>
          </a:r>
          <a:endParaRPr lang="es-CL" b="1" dirty="0"/>
        </a:p>
      </dgm:t>
    </dgm:pt>
    <dgm:pt modelId="{82AF8B54-0421-4B30-A3D6-1496A59ABECE}" type="parTrans" cxnId="{A649D2D0-EE31-4E85-9B57-45A1188B229A}">
      <dgm:prSet/>
      <dgm:spPr/>
      <dgm:t>
        <a:bodyPr/>
        <a:lstStyle/>
        <a:p>
          <a:endParaRPr lang="es-CL"/>
        </a:p>
      </dgm:t>
    </dgm:pt>
    <dgm:pt modelId="{37899F8B-5E19-493A-8B71-F374A0C04FD2}" type="sibTrans" cxnId="{A649D2D0-EE31-4E85-9B57-45A1188B229A}">
      <dgm:prSet/>
      <dgm:spPr/>
      <dgm:t>
        <a:bodyPr/>
        <a:lstStyle/>
        <a:p>
          <a:endParaRPr lang="es-CL"/>
        </a:p>
      </dgm:t>
    </dgm:pt>
    <dgm:pt modelId="{BDB79A76-BB01-4940-BE74-069DE72FBE0B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b="1" dirty="0"/>
            <a:t>MANGUERA COMBUSTIBLE DAÑADA EN GENERADOR  CMF_01</a:t>
          </a:r>
          <a:endParaRPr lang="es-CL" dirty="0"/>
        </a:p>
      </dgm:t>
    </dgm:pt>
    <dgm:pt modelId="{E2B3C774-52DA-46D4-9441-4A5E99E8C5C3}" type="parTrans" cxnId="{9D5B016B-AA98-4A9D-AE11-069869A5BBB5}">
      <dgm:prSet/>
      <dgm:spPr/>
      <dgm:t>
        <a:bodyPr/>
        <a:lstStyle/>
        <a:p>
          <a:endParaRPr lang="es-CL"/>
        </a:p>
      </dgm:t>
    </dgm:pt>
    <dgm:pt modelId="{9B183BE9-A402-403C-A4EC-22EDBF07A1FF}" type="sibTrans" cxnId="{9D5B016B-AA98-4A9D-AE11-069869A5BBB5}">
      <dgm:prSet/>
      <dgm:spPr/>
      <dgm:t>
        <a:bodyPr/>
        <a:lstStyle/>
        <a:p>
          <a:endParaRPr lang="es-CL"/>
        </a:p>
      </dgm:t>
    </dgm:pt>
    <dgm:pt modelId="{C3AF594E-3A9E-4AAE-82EB-88166BBA4357}" type="pres">
      <dgm:prSet presAssocID="{2270A484-61A8-45C2-9422-F85A0DFDFB62}" presName="root" presStyleCnt="0">
        <dgm:presLayoutVars>
          <dgm:dir/>
          <dgm:resizeHandles val="exact"/>
        </dgm:presLayoutVars>
      </dgm:prSet>
      <dgm:spPr/>
    </dgm:pt>
    <dgm:pt modelId="{E955177E-B5FC-4BBF-A55D-DA5B0CCAE48C}" type="pres">
      <dgm:prSet presAssocID="{9BBD8CD4-CA7F-4031-BF45-D978CCF62263}" presName="compNode" presStyleCnt="0"/>
      <dgm:spPr/>
    </dgm:pt>
    <dgm:pt modelId="{3C9BADFF-7DE1-4345-A5A3-55413073DBA9}" type="pres">
      <dgm:prSet presAssocID="{9BBD8CD4-CA7F-4031-BF45-D978CCF62263}" presName="bgRect" presStyleLbl="bgShp" presStyleIdx="0" presStyleCnt="4"/>
      <dgm:spPr/>
    </dgm:pt>
    <dgm:pt modelId="{65F2B367-AB31-4B72-AE21-FA4AF48C6AEF}" type="pres">
      <dgm:prSet presAssocID="{9BBD8CD4-CA7F-4031-BF45-D978CCF6226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t Launch"/>
        </a:ext>
      </dgm:extLst>
    </dgm:pt>
    <dgm:pt modelId="{052D29AF-1410-4493-8750-93EDE3257491}" type="pres">
      <dgm:prSet presAssocID="{9BBD8CD4-CA7F-4031-BF45-D978CCF62263}" presName="spaceRect" presStyleCnt="0"/>
      <dgm:spPr/>
    </dgm:pt>
    <dgm:pt modelId="{B3EFA2C6-996B-4659-B023-B300402C7FB0}" type="pres">
      <dgm:prSet presAssocID="{9BBD8CD4-CA7F-4031-BF45-D978CCF62263}" presName="parTx" presStyleLbl="revTx" presStyleIdx="0" presStyleCnt="4">
        <dgm:presLayoutVars>
          <dgm:chMax val="0"/>
          <dgm:chPref val="0"/>
        </dgm:presLayoutVars>
      </dgm:prSet>
      <dgm:spPr/>
    </dgm:pt>
    <dgm:pt modelId="{A63F9A0B-6FAD-4E19-AF07-E10705489678}" type="pres">
      <dgm:prSet presAssocID="{E5BA3D37-4F3E-4082-9809-4F0259424282}" presName="sibTrans" presStyleCnt="0"/>
      <dgm:spPr/>
    </dgm:pt>
    <dgm:pt modelId="{C8357926-F1D6-4ADA-9192-AAD63D6C03CB}" type="pres">
      <dgm:prSet presAssocID="{185D04DC-ED2A-418B-942E-AFC3084F30F6}" presName="compNode" presStyleCnt="0"/>
      <dgm:spPr/>
    </dgm:pt>
    <dgm:pt modelId="{809D9386-6355-4677-9237-81AD64BC8CFC}" type="pres">
      <dgm:prSet presAssocID="{185D04DC-ED2A-418B-942E-AFC3084F30F6}" presName="bgRect" presStyleLbl="bgShp" presStyleIdx="1" presStyleCnt="4"/>
      <dgm:spPr/>
    </dgm:pt>
    <dgm:pt modelId="{2AEDACF0-09FD-4477-979C-1B6418F44B47}" type="pres">
      <dgm:prSet presAssocID="{185D04DC-ED2A-418B-942E-AFC3084F30F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tobús"/>
        </a:ext>
      </dgm:extLst>
    </dgm:pt>
    <dgm:pt modelId="{F14C88C4-4C82-4107-A2F0-8BD140E96C82}" type="pres">
      <dgm:prSet presAssocID="{185D04DC-ED2A-418B-942E-AFC3084F30F6}" presName="spaceRect" presStyleCnt="0"/>
      <dgm:spPr/>
    </dgm:pt>
    <dgm:pt modelId="{D087DD1B-3528-4F3B-80ED-CF23A35764AD}" type="pres">
      <dgm:prSet presAssocID="{185D04DC-ED2A-418B-942E-AFC3084F30F6}" presName="parTx" presStyleLbl="revTx" presStyleIdx="1" presStyleCnt="4">
        <dgm:presLayoutVars>
          <dgm:chMax val="0"/>
          <dgm:chPref val="0"/>
        </dgm:presLayoutVars>
      </dgm:prSet>
      <dgm:spPr/>
    </dgm:pt>
    <dgm:pt modelId="{7A45BB9A-400C-462E-87FE-BA06C84CF21A}" type="pres">
      <dgm:prSet presAssocID="{99281907-B07E-4E00-A288-829EA49783FA}" presName="sibTrans" presStyleCnt="0"/>
      <dgm:spPr/>
    </dgm:pt>
    <dgm:pt modelId="{043517A4-6032-4B2B-9B86-CC14CC1EA549}" type="pres">
      <dgm:prSet presAssocID="{C6705A6E-4183-4F3D-892D-0A4EA56D4685}" presName="compNode" presStyleCnt="0"/>
      <dgm:spPr/>
    </dgm:pt>
    <dgm:pt modelId="{D6456A56-2BF6-473C-86FA-A24244DA31AB}" type="pres">
      <dgm:prSet presAssocID="{C6705A6E-4183-4F3D-892D-0A4EA56D4685}" presName="bgRect" presStyleLbl="bgShp" presStyleIdx="2" presStyleCnt="4"/>
      <dgm:spPr/>
    </dgm:pt>
    <dgm:pt modelId="{40D2B8AC-F360-4E84-89A4-DA0BA1DDD6E4}" type="pres">
      <dgm:prSet presAssocID="{C6705A6E-4183-4F3D-892D-0A4EA56D468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244DDA29-8238-4095-9C1C-914C87A0ED5F}" type="pres">
      <dgm:prSet presAssocID="{C6705A6E-4183-4F3D-892D-0A4EA56D4685}" presName="spaceRect" presStyleCnt="0"/>
      <dgm:spPr/>
    </dgm:pt>
    <dgm:pt modelId="{5B4B615D-9F38-47E8-9CC2-EEED740DD7E4}" type="pres">
      <dgm:prSet presAssocID="{C6705A6E-4183-4F3D-892D-0A4EA56D4685}" presName="parTx" presStyleLbl="revTx" presStyleIdx="2" presStyleCnt="4">
        <dgm:presLayoutVars>
          <dgm:chMax val="0"/>
          <dgm:chPref val="0"/>
        </dgm:presLayoutVars>
      </dgm:prSet>
      <dgm:spPr/>
    </dgm:pt>
    <dgm:pt modelId="{E957D698-1742-46A7-BC29-8519185A37DF}" type="pres">
      <dgm:prSet presAssocID="{37899F8B-5E19-493A-8B71-F374A0C04FD2}" presName="sibTrans" presStyleCnt="0"/>
      <dgm:spPr/>
    </dgm:pt>
    <dgm:pt modelId="{86126776-F4F4-4171-B795-47E378AB5D62}" type="pres">
      <dgm:prSet presAssocID="{BDB79A76-BB01-4940-BE74-069DE72FBE0B}" presName="compNode" presStyleCnt="0"/>
      <dgm:spPr/>
    </dgm:pt>
    <dgm:pt modelId="{D1F007C6-095B-4D34-98CA-85B608858F8A}" type="pres">
      <dgm:prSet presAssocID="{BDB79A76-BB01-4940-BE74-069DE72FBE0B}" presName="bgRect" presStyleLbl="bgShp" presStyleIdx="3" presStyleCnt="4"/>
      <dgm:spPr/>
    </dgm:pt>
    <dgm:pt modelId="{1081DFF6-1951-4F64-8EAD-DB534CB77A9E}" type="pres">
      <dgm:prSet presAssocID="{BDB79A76-BB01-4940-BE74-069DE72FBE0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B212648C-AC04-4DF5-87D7-024FBC36B612}" type="pres">
      <dgm:prSet presAssocID="{BDB79A76-BB01-4940-BE74-069DE72FBE0B}" presName="spaceRect" presStyleCnt="0"/>
      <dgm:spPr/>
    </dgm:pt>
    <dgm:pt modelId="{4BDDBD67-95D4-42E8-9DEB-E341D8EF6268}" type="pres">
      <dgm:prSet presAssocID="{BDB79A76-BB01-4940-BE74-069DE72FBE0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5C2FF02-46EB-493D-8DC8-8A66B0817E20}" srcId="{2270A484-61A8-45C2-9422-F85A0DFDFB62}" destId="{9BBD8CD4-CA7F-4031-BF45-D978CCF62263}" srcOrd="0" destOrd="0" parTransId="{EF2DADC0-B336-4B85-9271-5F2FB8B541FE}" sibTransId="{E5BA3D37-4F3E-4082-9809-4F0259424282}"/>
    <dgm:cxn modelId="{7CB8F108-6560-478E-99C5-F7E18638C34D}" type="presOf" srcId="{2270A484-61A8-45C2-9422-F85A0DFDFB62}" destId="{C3AF594E-3A9E-4AAE-82EB-88166BBA4357}" srcOrd="0" destOrd="0" presId="urn:microsoft.com/office/officeart/2018/2/layout/IconVerticalSolidList"/>
    <dgm:cxn modelId="{0292C014-5DDC-424C-B56C-AF497E8C17DD}" type="presOf" srcId="{185D04DC-ED2A-418B-942E-AFC3084F30F6}" destId="{D087DD1B-3528-4F3B-80ED-CF23A35764AD}" srcOrd="0" destOrd="0" presId="urn:microsoft.com/office/officeart/2018/2/layout/IconVerticalSolidList"/>
    <dgm:cxn modelId="{084F4329-AB96-42BA-B634-E8BE9A18EA90}" type="presOf" srcId="{BDB79A76-BB01-4940-BE74-069DE72FBE0B}" destId="{4BDDBD67-95D4-42E8-9DEB-E341D8EF6268}" srcOrd="0" destOrd="0" presId="urn:microsoft.com/office/officeart/2018/2/layout/IconVerticalSolidList"/>
    <dgm:cxn modelId="{3D151D47-DB98-4E92-A44D-F2DCF06C8050}" type="presOf" srcId="{C6705A6E-4183-4F3D-892D-0A4EA56D4685}" destId="{5B4B615D-9F38-47E8-9CC2-EEED740DD7E4}" srcOrd="0" destOrd="0" presId="urn:microsoft.com/office/officeart/2018/2/layout/IconVerticalSolidList"/>
    <dgm:cxn modelId="{9D5B016B-AA98-4A9D-AE11-069869A5BBB5}" srcId="{2270A484-61A8-45C2-9422-F85A0DFDFB62}" destId="{BDB79A76-BB01-4940-BE74-069DE72FBE0B}" srcOrd="3" destOrd="0" parTransId="{E2B3C774-52DA-46D4-9441-4A5E99E8C5C3}" sibTransId="{9B183BE9-A402-403C-A4EC-22EDBF07A1FF}"/>
    <dgm:cxn modelId="{97F1A58F-32B2-4E18-949F-2CF0EC39D92F}" type="presOf" srcId="{9BBD8CD4-CA7F-4031-BF45-D978CCF62263}" destId="{B3EFA2C6-996B-4659-B023-B300402C7FB0}" srcOrd="0" destOrd="0" presId="urn:microsoft.com/office/officeart/2018/2/layout/IconVerticalSolidList"/>
    <dgm:cxn modelId="{A649D2D0-EE31-4E85-9B57-45A1188B229A}" srcId="{2270A484-61A8-45C2-9422-F85A0DFDFB62}" destId="{C6705A6E-4183-4F3D-892D-0A4EA56D4685}" srcOrd="2" destOrd="0" parTransId="{82AF8B54-0421-4B30-A3D6-1496A59ABECE}" sibTransId="{37899F8B-5E19-493A-8B71-F374A0C04FD2}"/>
    <dgm:cxn modelId="{C2800DF2-3142-4CA0-B202-4DBB966AF37F}" srcId="{2270A484-61A8-45C2-9422-F85A0DFDFB62}" destId="{185D04DC-ED2A-418B-942E-AFC3084F30F6}" srcOrd="1" destOrd="0" parTransId="{67207208-7C77-4CA2-8B16-57A1B6A50D12}" sibTransId="{99281907-B07E-4E00-A288-829EA49783FA}"/>
    <dgm:cxn modelId="{0DFD727A-F36A-4D87-9341-C916A885ED30}" type="presParOf" srcId="{C3AF594E-3A9E-4AAE-82EB-88166BBA4357}" destId="{E955177E-B5FC-4BBF-A55D-DA5B0CCAE48C}" srcOrd="0" destOrd="0" presId="urn:microsoft.com/office/officeart/2018/2/layout/IconVerticalSolidList"/>
    <dgm:cxn modelId="{0D8F643F-4B1F-4035-97E8-96DBD27F31EA}" type="presParOf" srcId="{E955177E-B5FC-4BBF-A55D-DA5B0CCAE48C}" destId="{3C9BADFF-7DE1-4345-A5A3-55413073DBA9}" srcOrd="0" destOrd="0" presId="urn:microsoft.com/office/officeart/2018/2/layout/IconVerticalSolidList"/>
    <dgm:cxn modelId="{013AF5A1-8BB2-4E97-A695-8032E9B75630}" type="presParOf" srcId="{E955177E-B5FC-4BBF-A55D-DA5B0CCAE48C}" destId="{65F2B367-AB31-4B72-AE21-FA4AF48C6AEF}" srcOrd="1" destOrd="0" presId="urn:microsoft.com/office/officeart/2018/2/layout/IconVerticalSolidList"/>
    <dgm:cxn modelId="{A9C450C5-9B21-4BEA-99BD-EF31ACD63197}" type="presParOf" srcId="{E955177E-B5FC-4BBF-A55D-DA5B0CCAE48C}" destId="{052D29AF-1410-4493-8750-93EDE3257491}" srcOrd="2" destOrd="0" presId="urn:microsoft.com/office/officeart/2018/2/layout/IconVerticalSolidList"/>
    <dgm:cxn modelId="{2BC0AAE6-04ED-4DC0-B4BA-6D645E44FCC9}" type="presParOf" srcId="{E955177E-B5FC-4BBF-A55D-DA5B0CCAE48C}" destId="{B3EFA2C6-996B-4659-B023-B300402C7FB0}" srcOrd="3" destOrd="0" presId="urn:microsoft.com/office/officeart/2018/2/layout/IconVerticalSolidList"/>
    <dgm:cxn modelId="{13E8A8F1-39C2-416A-A3EF-6FF5E636AE8A}" type="presParOf" srcId="{C3AF594E-3A9E-4AAE-82EB-88166BBA4357}" destId="{A63F9A0B-6FAD-4E19-AF07-E10705489678}" srcOrd="1" destOrd="0" presId="urn:microsoft.com/office/officeart/2018/2/layout/IconVerticalSolidList"/>
    <dgm:cxn modelId="{7E1102C5-3C8A-4DA5-978C-B78F1DC6AF1E}" type="presParOf" srcId="{C3AF594E-3A9E-4AAE-82EB-88166BBA4357}" destId="{C8357926-F1D6-4ADA-9192-AAD63D6C03CB}" srcOrd="2" destOrd="0" presId="urn:microsoft.com/office/officeart/2018/2/layout/IconVerticalSolidList"/>
    <dgm:cxn modelId="{33CA2949-FA38-4EDB-9D1E-2179B22ECEEC}" type="presParOf" srcId="{C8357926-F1D6-4ADA-9192-AAD63D6C03CB}" destId="{809D9386-6355-4677-9237-81AD64BC8CFC}" srcOrd="0" destOrd="0" presId="urn:microsoft.com/office/officeart/2018/2/layout/IconVerticalSolidList"/>
    <dgm:cxn modelId="{7E3A27A9-EAD3-43C4-9538-80DA6854B566}" type="presParOf" srcId="{C8357926-F1D6-4ADA-9192-AAD63D6C03CB}" destId="{2AEDACF0-09FD-4477-979C-1B6418F44B47}" srcOrd="1" destOrd="0" presId="urn:microsoft.com/office/officeart/2018/2/layout/IconVerticalSolidList"/>
    <dgm:cxn modelId="{A2D0B211-6DD4-4833-A398-E863F950203D}" type="presParOf" srcId="{C8357926-F1D6-4ADA-9192-AAD63D6C03CB}" destId="{F14C88C4-4C82-4107-A2F0-8BD140E96C82}" srcOrd="2" destOrd="0" presId="urn:microsoft.com/office/officeart/2018/2/layout/IconVerticalSolidList"/>
    <dgm:cxn modelId="{7C0CB6FA-C403-463D-8A0F-20B22A9B7D8E}" type="presParOf" srcId="{C8357926-F1D6-4ADA-9192-AAD63D6C03CB}" destId="{D087DD1B-3528-4F3B-80ED-CF23A35764AD}" srcOrd="3" destOrd="0" presId="urn:microsoft.com/office/officeart/2018/2/layout/IconVerticalSolidList"/>
    <dgm:cxn modelId="{BE647AA6-18BB-4DCD-8F44-E967CCDF14A4}" type="presParOf" srcId="{C3AF594E-3A9E-4AAE-82EB-88166BBA4357}" destId="{7A45BB9A-400C-462E-87FE-BA06C84CF21A}" srcOrd="3" destOrd="0" presId="urn:microsoft.com/office/officeart/2018/2/layout/IconVerticalSolidList"/>
    <dgm:cxn modelId="{3D8A17E4-4BB8-43B3-934D-4CF9A26692DF}" type="presParOf" srcId="{C3AF594E-3A9E-4AAE-82EB-88166BBA4357}" destId="{043517A4-6032-4B2B-9B86-CC14CC1EA549}" srcOrd="4" destOrd="0" presId="urn:microsoft.com/office/officeart/2018/2/layout/IconVerticalSolidList"/>
    <dgm:cxn modelId="{EA03C42F-0733-4CD6-B769-5B448E6E830E}" type="presParOf" srcId="{043517A4-6032-4B2B-9B86-CC14CC1EA549}" destId="{D6456A56-2BF6-473C-86FA-A24244DA31AB}" srcOrd="0" destOrd="0" presId="urn:microsoft.com/office/officeart/2018/2/layout/IconVerticalSolidList"/>
    <dgm:cxn modelId="{6430B7CE-D503-4FD0-8BA6-356DACB6E574}" type="presParOf" srcId="{043517A4-6032-4B2B-9B86-CC14CC1EA549}" destId="{40D2B8AC-F360-4E84-89A4-DA0BA1DDD6E4}" srcOrd="1" destOrd="0" presId="urn:microsoft.com/office/officeart/2018/2/layout/IconVerticalSolidList"/>
    <dgm:cxn modelId="{D4D8A979-043D-4E17-BB28-75F351DDC720}" type="presParOf" srcId="{043517A4-6032-4B2B-9B86-CC14CC1EA549}" destId="{244DDA29-8238-4095-9C1C-914C87A0ED5F}" srcOrd="2" destOrd="0" presId="urn:microsoft.com/office/officeart/2018/2/layout/IconVerticalSolidList"/>
    <dgm:cxn modelId="{41AF5EF4-B38C-4C00-8079-C161F508491D}" type="presParOf" srcId="{043517A4-6032-4B2B-9B86-CC14CC1EA549}" destId="{5B4B615D-9F38-47E8-9CC2-EEED740DD7E4}" srcOrd="3" destOrd="0" presId="urn:microsoft.com/office/officeart/2018/2/layout/IconVerticalSolidList"/>
    <dgm:cxn modelId="{07506AFF-128B-4E6A-95DA-A2FB740114E8}" type="presParOf" srcId="{C3AF594E-3A9E-4AAE-82EB-88166BBA4357}" destId="{E957D698-1742-46A7-BC29-8519185A37DF}" srcOrd="5" destOrd="0" presId="urn:microsoft.com/office/officeart/2018/2/layout/IconVerticalSolidList"/>
    <dgm:cxn modelId="{487801FF-9B20-40DF-9DDB-92349618CEBD}" type="presParOf" srcId="{C3AF594E-3A9E-4AAE-82EB-88166BBA4357}" destId="{86126776-F4F4-4171-B795-47E378AB5D62}" srcOrd="6" destOrd="0" presId="urn:microsoft.com/office/officeart/2018/2/layout/IconVerticalSolidList"/>
    <dgm:cxn modelId="{BA847C12-4BEE-4043-9F1C-567C84166736}" type="presParOf" srcId="{86126776-F4F4-4171-B795-47E378AB5D62}" destId="{D1F007C6-095B-4D34-98CA-85B608858F8A}" srcOrd="0" destOrd="0" presId="urn:microsoft.com/office/officeart/2018/2/layout/IconVerticalSolidList"/>
    <dgm:cxn modelId="{D2E7F00A-B317-4CDF-8AE8-14AAD3E284A5}" type="presParOf" srcId="{86126776-F4F4-4171-B795-47E378AB5D62}" destId="{1081DFF6-1951-4F64-8EAD-DB534CB77A9E}" srcOrd="1" destOrd="0" presId="urn:microsoft.com/office/officeart/2018/2/layout/IconVerticalSolidList"/>
    <dgm:cxn modelId="{124215E7-34B3-4087-9925-68377F9C16D8}" type="presParOf" srcId="{86126776-F4F4-4171-B795-47E378AB5D62}" destId="{B212648C-AC04-4DF5-87D7-024FBC36B612}" srcOrd="2" destOrd="0" presId="urn:microsoft.com/office/officeart/2018/2/layout/IconVerticalSolidList"/>
    <dgm:cxn modelId="{EEBB9E09-8B5B-43C0-A271-177D1CAE0A9E}" type="presParOf" srcId="{86126776-F4F4-4171-B795-47E378AB5D62}" destId="{4BDDBD67-95D4-42E8-9DEB-E341D8EF62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05/8/layout/list1" loCatId="list" qsTypeId="urn:microsoft.com/office/officeart/2005/8/quickstyle/simple1#5" qsCatId="simple" csTypeId="urn:microsoft.com/office/officeart/2005/8/colors/accent2_2#3" csCatId="accent2" phldr="1"/>
      <dgm:spPr/>
      <dgm:t>
        <a:bodyPr/>
        <a:lstStyle/>
        <a:p>
          <a:endParaRPr lang="es-CL"/>
        </a:p>
      </dgm:t>
    </dgm:pt>
    <dgm:pt modelId="{C6705A6E-4183-4F3D-892D-0A4EA56D4685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CL" sz="1800" b="1" dirty="0">
              <a:solidFill>
                <a:schemeClr val="bg1"/>
              </a:solidFill>
            </a:rPr>
            <a:t>SE LOGRA REALIZAR AVANCES EN DOCUMENTACION Y </a:t>
          </a:r>
          <a:r>
            <a:rPr lang="es-CL" sz="1800" b="1" dirty="0" err="1">
              <a:solidFill>
                <a:schemeClr val="bg1"/>
              </a:solidFill>
            </a:rPr>
            <a:t>RFs</a:t>
          </a:r>
          <a:r>
            <a:rPr lang="es-CL" sz="1800" b="1" dirty="0">
              <a:solidFill>
                <a:schemeClr val="bg1"/>
              </a:solidFill>
            </a:rPr>
            <a:t>.</a:t>
          </a:r>
        </a:p>
        <a:p>
          <a:r>
            <a:rPr lang="es-CL" sz="1800" b="1" dirty="0">
              <a:solidFill>
                <a:schemeClr val="bg1"/>
              </a:solidFill>
            </a:rPr>
            <a:t>SE REALIZARON MEDICIONES DE BATERIAS EN CADA CARRO</a:t>
          </a:r>
        </a:p>
      </dgm:t>
    </dgm:pt>
    <dgm:pt modelId="{82AF8B54-0421-4B30-A3D6-1496A59ABECE}" type="parTrans" cxnId="{A649D2D0-EE31-4E85-9B57-45A1188B229A}">
      <dgm:prSet/>
      <dgm:spPr/>
      <dgm:t>
        <a:bodyPr/>
        <a:lstStyle/>
        <a:p>
          <a:endParaRPr lang="es-CL"/>
        </a:p>
      </dgm:t>
    </dgm:pt>
    <dgm:pt modelId="{37899F8B-5E19-493A-8B71-F374A0C04FD2}" type="sibTrans" cxnId="{A649D2D0-EE31-4E85-9B57-45A1188B229A}">
      <dgm:prSet/>
      <dgm:spPr/>
      <dgm:t>
        <a:bodyPr/>
        <a:lstStyle/>
        <a:p>
          <a:endParaRPr lang="es-CL"/>
        </a:p>
      </dgm:t>
    </dgm:pt>
    <dgm:pt modelId="{33B3D806-208D-4ADC-A390-D259F1CF4CD3}" type="pres">
      <dgm:prSet presAssocID="{2270A484-61A8-45C2-9422-F85A0DFDFB62}" presName="linear" presStyleCnt="0">
        <dgm:presLayoutVars>
          <dgm:dir/>
          <dgm:animLvl val="lvl"/>
          <dgm:resizeHandles val="exact"/>
        </dgm:presLayoutVars>
      </dgm:prSet>
      <dgm:spPr/>
    </dgm:pt>
    <dgm:pt modelId="{B4DFABCA-F500-46E4-AB93-7527E75EEDC6}" type="pres">
      <dgm:prSet presAssocID="{C6705A6E-4183-4F3D-892D-0A4EA56D4685}" presName="parentLin" presStyleCnt="0"/>
      <dgm:spPr/>
    </dgm:pt>
    <dgm:pt modelId="{AA9E38F4-8527-4547-87B1-4B4EFBEBDC17}" type="pres">
      <dgm:prSet presAssocID="{C6705A6E-4183-4F3D-892D-0A4EA56D4685}" presName="parentLeftMargin" presStyleLbl="node1" presStyleIdx="0" presStyleCnt="1"/>
      <dgm:spPr/>
    </dgm:pt>
    <dgm:pt modelId="{0926FD25-E265-4096-84F3-12BC4BB11BE9}" type="pres">
      <dgm:prSet presAssocID="{C6705A6E-4183-4F3D-892D-0A4EA56D468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306EB0B-FF79-406B-88B3-426B2214DC6F}" type="pres">
      <dgm:prSet presAssocID="{C6705A6E-4183-4F3D-892D-0A4EA56D4685}" presName="negativeSpace" presStyleCnt="0"/>
      <dgm:spPr/>
    </dgm:pt>
    <dgm:pt modelId="{9EC4FFC6-0D98-4EDC-87C3-034A1A578DBB}" type="pres">
      <dgm:prSet presAssocID="{C6705A6E-4183-4F3D-892D-0A4EA56D468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A28EEFA5-C6B0-46A9-A5C5-47CC983D9A0B}" type="presOf" srcId="{C6705A6E-4183-4F3D-892D-0A4EA56D4685}" destId="{AA9E38F4-8527-4547-87B1-4B4EFBEBDC17}" srcOrd="0" destOrd="0" presId="urn:microsoft.com/office/officeart/2005/8/layout/list1"/>
    <dgm:cxn modelId="{7DB7F0BB-7E4A-4188-AB82-27E80C77774C}" type="presOf" srcId="{2270A484-61A8-45C2-9422-F85A0DFDFB62}" destId="{33B3D806-208D-4ADC-A390-D259F1CF4CD3}" srcOrd="0" destOrd="0" presId="urn:microsoft.com/office/officeart/2005/8/layout/list1"/>
    <dgm:cxn modelId="{A649D2D0-EE31-4E85-9B57-45A1188B229A}" srcId="{2270A484-61A8-45C2-9422-F85A0DFDFB62}" destId="{C6705A6E-4183-4F3D-892D-0A4EA56D4685}" srcOrd="0" destOrd="0" parTransId="{82AF8B54-0421-4B30-A3D6-1496A59ABECE}" sibTransId="{37899F8B-5E19-493A-8B71-F374A0C04FD2}"/>
    <dgm:cxn modelId="{ADD5F3F3-ED14-4993-A100-B2F7A1E0DB1F}" type="presOf" srcId="{C6705A6E-4183-4F3D-892D-0A4EA56D4685}" destId="{0926FD25-E265-4096-84F3-12BC4BB11BE9}" srcOrd="1" destOrd="0" presId="urn:microsoft.com/office/officeart/2005/8/layout/list1"/>
    <dgm:cxn modelId="{4B16D78D-C3EC-46CB-9C23-8903606D4FAF}" type="presParOf" srcId="{33B3D806-208D-4ADC-A390-D259F1CF4CD3}" destId="{B4DFABCA-F500-46E4-AB93-7527E75EEDC6}" srcOrd="0" destOrd="0" presId="urn:microsoft.com/office/officeart/2005/8/layout/list1"/>
    <dgm:cxn modelId="{6FA136F6-65E8-447D-8FF3-3ECA842C895C}" type="presParOf" srcId="{B4DFABCA-F500-46E4-AB93-7527E75EEDC6}" destId="{AA9E38F4-8527-4547-87B1-4B4EFBEBDC17}" srcOrd="0" destOrd="0" presId="urn:microsoft.com/office/officeart/2005/8/layout/list1"/>
    <dgm:cxn modelId="{CBB1D121-3234-4ECB-94EF-8BE584AA7E59}" type="presParOf" srcId="{B4DFABCA-F500-46E4-AB93-7527E75EEDC6}" destId="{0926FD25-E265-4096-84F3-12BC4BB11BE9}" srcOrd="1" destOrd="0" presId="urn:microsoft.com/office/officeart/2005/8/layout/list1"/>
    <dgm:cxn modelId="{1CBAF7A1-2D2F-4FDA-ACCF-9B15E3453795}" type="presParOf" srcId="{33B3D806-208D-4ADC-A390-D259F1CF4CD3}" destId="{9306EB0B-FF79-406B-88B3-426B2214DC6F}" srcOrd="1" destOrd="0" presId="urn:microsoft.com/office/officeart/2005/8/layout/list1"/>
    <dgm:cxn modelId="{56120D5E-3D64-45FD-8605-B0831A2CC7BF}" type="presParOf" srcId="{33B3D806-208D-4ADC-A390-D259F1CF4CD3}" destId="{9EC4FFC6-0D98-4EDC-87C3-034A1A578DBB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05/8/layout/vProcess5" loCatId="process" qsTypeId="urn:microsoft.com/office/officeart/2005/8/quickstyle/simple1#6" qsCatId="simple" csTypeId="urn:microsoft.com/office/officeart/2005/8/colors/accent2_2#4" csCatId="accent2" phldr="1"/>
      <dgm:spPr/>
      <dgm:t>
        <a:bodyPr/>
        <a:lstStyle/>
        <a:p>
          <a:endParaRPr lang="es-CL"/>
        </a:p>
      </dgm:t>
    </dgm:pt>
    <dgm:pt modelId="{9BBD8CD4-CA7F-4031-BF45-D978CCF62263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>
            <a:buNone/>
          </a:pPr>
          <a:r>
            <a:rPr lang="es-ES" sz="3200" b="1" dirty="0"/>
            <a:t>ACTIVIDADES CON CPE:</a:t>
          </a:r>
          <a:endParaRPr lang="es-CL" sz="3200" b="1" dirty="0"/>
        </a:p>
      </dgm:t>
    </dgm:pt>
    <dgm:pt modelId="{EF2DADC0-B336-4B85-9271-5F2FB8B541FE}" type="parTrans" cxnId="{F65C5D39-BE08-4342-B380-BBE119C4E1FB}">
      <dgm:prSet/>
      <dgm:spPr/>
      <dgm:t>
        <a:bodyPr/>
        <a:lstStyle/>
        <a:p>
          <a:endParaRPr lang="es-CL"/>
        </a:p>
      </dgm:t>
    </dgm:pt>
    <dgm:pt modelId="{E5BA3D37-4F3E-4082-9809-4F0259424282}" type="sibTrans" cxnId="{F65C5D39-BE08-4342-B380-BBE119C4E1FB}">
      <dgm:prSet/>
      <dgm:spPr/>
      <dgm:t>
        <a:bodyPr/>
        <a:lstStyle/>
        <a:p>
          <a:endParaRPr lang="es-CL"/>
        </a:p>
      </dgm:t>
    </dgm:pt>
    <dgm:pt modelId="{8583D65C-32B2-4C74-9AC0-1B74C46D80DF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l">
            <a:buNone/>
          </a:pPr>
          <a:r>
            <a:rPr lang="es-ES" sz="2400" b="1" dirty="0">
              <a:solidFill>
                <a:srgbClr val="FFFFFF"/>
              </a:solidFill>
              <a:latin typeface="Arial"/>
            </a:rPr>
            <a:t>Atención falla Carro CPE </a:t>
          </a:r>
          <a:r>
            <a:rPr lang="es-ES" sz="2400" b="1" dirty="0" err="1">
              <a:solidFill>
                <a:srgbClr val="FFFFFF"/>
              </a:solidFill>
              <a:latin typeface="Arial"/>
            </a:rPr>
            <a:t>Wheeldozer</a:t>
          </a:r>
          <a:r>
            <a:rPr lang="es-ES" sz="2400" b="1" dirty="0">
              <a:solidFill>
                <a:srgbClr val="FFFFFF"/>
              </a:solidFill>
              <a:latin typeface="Arial"/>
            </a:rPr>
            <a:t> 1501.</a:t>
          </a:r>
          <a:endParaRPr lang="es-CL" sz="2400" b="1" dirty="0">
            <a:solidFill>
              <a:srgbClr val="FFFFFF"/>
            </a:solidFill>
            <a:latin typeface="Arial"/>
          </a:endParaRPr>
        </a:p>
      </dgm:t>
    </dgm:pt>
    <dgm:pt modelId="{9E71B701-CD12-4F0B-AB2E-B1645E68D7CE}" type="parTrans" cxnId="{2426964E-6F44-470A-95D6-1FF73A70107B}">
      <dgm:prSet/>
      <dgm:spPr/>
      <dgm:t>
        <a:bodyPr/>
        <a:lstStyle/>
        <a:p>
          <a:endParaRPr lang="es-CL"/>
        </a:p>
      </dgm:t>
    </dgm:pt>
    <dgm:pt modelId="{2F364D67-4876-4144-84A4-0FC88500D3D6}" type="sibTrans" cxnId="{2426964E-6F44-470A-95D6-1FF73A70107B}">
      <dgm:prSet/>
      <dgm:spPr/>
      <dgm:t>
        <a:bodyPr/>
        <a:lstStyle/>
        <a:p>
          <a:endParaRPr lang="es-CL"/>
        </a:p>
      </dgm:t>
    </dgm:pt>
    <dgm:pt modelId="{6747D886-BE0B-480D-A4D5-2D49BE321780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pPr>
            <a:buNone/>
          </a:pPr>
          <a:r>
            <a:rPr lang="es-ES" b="1" dirty="0">
              <a:solidFill>
                <a:srgbClr val="FFFFFF"/>
              </a:solidFill>
              <a:latin typeface="Arial"/>
            </a:rPr>
            <a:t>Atención Falla CPE Motoniveladora N°1702</a:t>
          </a:r>
          <a:endParaRPr lang="es-CL" b="1" dirty="0">
            <a:solidFill>
              <a:srgbClr val="FFFFFF"/>
            </a:solidFill>
            <a:latin typeface="Arial"/>
          </a:endParaRPr>
        </a:p>
      </dgm:t>
    </dgm:pt>
    <dgm:pt modelId="{DB786D25-FF72-4419-ADF9-1ADB037736FF}" type="parTrans" cxnId="{C5905D58-A3C7-40B5-B8E3-2771D426F536}">
      <dgm:prSet/>
      <dgm:spPr/>
      <dgm:t>
        <a:bodyPr/>
        <a:lstStyle/>
        <a:p>
          <a:endParaRPr lang="es-CL"/>
        </a:p>
      </dgm:t>
    </dgm:pt>
    <dgm:pt modelId="{253E2E0E-393D-4C2A-99C3-7D4988757827}" type="sibTrans" cxnId="{C5905D58-A3C7-40B5-B8E3-2771D426F536}">
      <dgm:prSet/>
      <dgm:spPr/>
      <dgm:t>
        <a:bodyPr/>
        <a:lstStyle/>
        <a:p>
          <a:endParaRPr lang="es-CL"/>
        </a:p>
      </dgm:t>
    </dgm:pt>
    <dgm:pt modelId="{BC299151-4994-4EBB-902A-CE46C951BF4B}" type="pres">
      <dgm:prSet presAssocID="{2270A484-61A8-45C2-9422-F85A0DFDFB62}" presName="outerComposite" presStyleCnt="0">
        <dgm:presLayoutVars>
          <dgm:chMax val="5"/>
          <dgm:dir/>
          <dgm:resizeHandles val="exact"/>
        </dgm:presLayoutVars>
      </dgm:prSet>
      <dgm:spPr/>
    </dgm:pt>
    <dgm:pt modelId="{35C8B230-0CCF-40D3-B042-AE82DCE9D3D4}" type="pres">
      <dgm:prSet presAssocID="{2270A484-61A8-45C2-9422-F85A0DFDFB62}" presName="dummyMaxCanvas" presStyleCnt="0">
        <dgm:presLayoutVars/>
      </dgm:prSet>
      <dgm:spPr/>
    </dgm:pt>
    <dgm:pt modelId="{C12901B4-7E0C-4065-B6C6-26D84025BE33}" type="pres">
      <dgm:prSet presAssocID="{2270A484-61A8-45C2-9422-F85A0DFDFB62}" presName="ThreeNodes_1" presStyleLbl="node1" presStyleIdx="0" presStyleCnt="3">
        <dgm:presLayoutVars>
          <dgm:bulletEnabled val="1"/>
        </dgm:presLayoutVars>
      </dgm:prSet>
      <dgm:spPr/>
    </dgm:pt>
    <dgm:pt modelId="{B5909704-AAD1-4FE6-83F3-BCBF328C3E96}" type="pres">
      <dgm:prSet presAssocID="{2270A484-61A8-45C2-9422-F85A0DFDFB62}" presName="ThreeNodes_2" presStyleLbl="node1" presStyleIdx="1" presStyleCnt="3">
        <dgm:presLayoutVars>
          <dgm:bulletEnabled val="1"/>
        </dgm:presLayoutVars>
      </dgm:prSet>
      <dgm:spPr/>
    </dgm:pt>
    <dgm:pt modelId="{67709218-C0DE-4A5B-9B14-D815835EE20B}" type="pres">
      <dgm:prSet presAssocID="{2270A484-61A8-45C2-9422-F85A0DFDFB62}" presName="ThreeNodes_3" presStyleLbl="node1" presStyleIdx="2" presStyleCnt="3">
        <dgm:presLayoutVars>
          <dgm:bulletEnabled val="1"/>
        </dgm:presLayoutVars>
      </dgm:prSet>
      <dgm:spPr/>
    </dgm:pt>
    <dgm:pt modelId="{A27B7270-0794-4245-A5A7-CB0C22760C03}" type="pres">
      <dgm:prSet presAssocID="{2270A484-61A8-45C2-9422-F85A0DFDFB62}" presName="ThreeConn_1-2" presStyleLbl="fgAccFollowNode1" presStyleIdx="0" presStyleCnt="2">
        <dgm:presLayoutVars>
          <dgm:bulletEnabled val="1"/>
        </dgm:presLayoutVars>
      </dgm:prSet>
      <dgm:spPr/>
    </dgm:pt>
    <dgm:pt modelId="{70757DB8-B87A-4995-9695-94A4B4221CE1}" type="pres">
      <dgm:prSet presAssocID="{2270A484-61A8-45C2-9422-F85A0DFDFB62}" presName="ThreeConn_2-3" presStyleLbl="fgAccFollowNode1" presStyleIdx="1" presStyleCnt="2">
        <dgm:presLayoutVars>
          <dgm:bulletEnabled val="1"/>
        </dgm:presLayoutVars>
      </dgm:prSet>
      <dgm:spPr/>
    </dgm:pt>
    <dgm:pt modelId="{63C41B45-74E2-46B5-B3C5-EC83A77C8EE8}" type="pres">
      <dgm:prSet presAssocID="{2270A484-61A8-45C2-9422-F85A0DFDFB62}" presName="ThreeNodes_1_text" presStyleLbl="node1" presStyleIdx="2" presStyleCnt="3">
        <dgm:presLayoutVars>
          <dgm:bulletEnabled val="1"/>
        </dgm:presLayoutVars>
      </dgm:prSet>
      <dgm:spPr/>
    </dgm:pt>
    <dgm:pt modelId="{5F44851A-CD9A-4151-9C91-6C7AF79CE8A4}" type="pres">
      <dgm:prSet presAssocID="{2270A484-61A8-45C2-9422-F85A0DFDFB62}" presName="ThreeNodes_2_text" presStyleLbl="node1" presStyleIdx="2" presStyleCnt="3">
        <dgm:presLayoutVars>
          <dgm:bulletEnabled val="1"/>
        </dgm:presLayoutVars>
      </dgm:prSet>
      <dgm:spPr/>
    </dgm:pt>
    <dgm:pt modelId="{2DE67F9D-3DDB-499D-8C3A-B4618DB4E005}" type="pres">
      <dgm:prSet presAssocID="{2270A484-61A8-45C2-9422-F85A0DFDFB6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5D9E004-5289-4070-87BD-7727CC8DCB42}" type="presOf" srcId="{2F364D67-4876-4144-84A4-0FC88500D3D6}" destId="{70757DB8-B87A-4995-9695-94A4B4221CE1}" srcOrd="0" destOrd="0" presId="urn:microsoft.com/office/officeart/2005/8/layout/vProcess5"/>
    <dgm:cxn modelId="{CB7F820F-68B8-4988-AEFC-972664C83255}" type="presOf" srcId="{9BBD8CD4-CA7F-4031-BF45-D978CCF62263}" destId="{63C41B45-74E2-46B5-B3C5-EC83A77C8EE8}" srcOrd="1" destOrd="0" presId="urn:microsoft.com/office/officeart/2005/8/layout/vProcess5"/>
    <dgm:cxn modelId="{DC9B4C32-DCBA-49E6-9550-DCD623770346}" type="presOf" srcId="{8583D65C-32B2-4C74-9AC0-1B74C46D80DF}" destId="{B5909704-AAD1-4FE6-83F3-BCBF328C3E96}" srcOrd="0" destOrd="0" presId="urn:microsoft.com/office/officeart/2005/8/layout/vProcess5"/>
    <dgm:cxn modelId="{F65C5D39-BE08-4342-B380-BBE119C4E1FB}" srcId="{2270A484-61A8-45C2-9422-F85A0DFDFB62}" destId="{9BBD8CD4-CA7F-4031-BF45-D978CCF62263}" srcOrd="0" destOrd="0" parTransId="{EF2DADC0-B336-4B85-9271-5F2FB8B541FE}" sibTransId="{E5BA3D37-4F3E-4082-9809-4F0259424282}"/>
    <dgm:cxn modelId="{ED0D904A-01F6-4ACA-8460-908021D0EA84}" type="presOf" srcId="{9BBD8CD4-CA7F-4031-BF45-D978CCF62263}" destId="{C12901B4-7E0C-4065-B6C6-26D84025BE33}" srcOrd="0" destOrd="0" presId="urn:microsoft.com/office/officeart/2005/8/layout/vProcess5"/>
    <dgm:cxn modelId="{2426964E-6F44-470A-95D6-1FF73A70107B}" srcId="{2270A484-61A8-45C2-9422-F85A0DFDFB62}" destId="{8583D65C-32B2-4C74-9AC0-1B74C46D80DF}" srcOrd="1" destOrd="0" parTransId="{9E71B701-CD12-4F0B-AB2E-B1645E68D7CE}" sibTransId="{2F364D67-4876-4144-84A4-0FC88500D3D6}"/>
    <dgm:cxn modelId="{C5905D58-A3C7-40B5-B8E3-2771D426F536}" srcId="{2270A484-61A8-45C2-9422-F85A0DFDFB62}" destId="{6747D886-BE0B-480D-A4D5-2D49BE321780}" srcOrd="2" destOrd="0" parTransId="{DB786D25-FF72-4419-ADF9-1ADB037736FF}" sibTransId="{253E2E0E-393D-4C2A-99C3-7D4988757827}"/>
    <dgm:cxn modelId="{CD179292-96E1-4F4B-8EE1-D5364231A1B3}" type="presOf" srcId="{6747D886-BE0B-480D-A4D5-2D49BE321780}" destId="{67709218-C0DE-4A5B-9B14-D815835EE20B}" srcOrd="0" destOrd="0" presId="urn:microsoft.com/office/officeart/2005/8/layout/vProcess5"/>
    <dgm:cxn modelId="{F00D829D-5DB4-4FF9-8833-F38DEE8BC7E2}" type="presOf" srcId="{E5BA3D37-4F3E-4082-9809-4F0259424282}" destId="{A27B7270-0794-4245-A5A7-CB0C22760C03}" srcOrd="0" destOrd="0" presId="urn:microsoft.com/office/officeart/2005/8/layout/vProcess5"/>
    <dgm:cxn modelId="{AAEA5FB2-B600-42F6-872A-01EC189440CC}" type="presOf" srcId="{8583D65C-32B2-4C74-9AC0-1B74C46D80DF}" destId="{5F44851A-CD9A-4151-9C91-6C7AF79CE8A4}" srcOrd="1" destOrd="0" presId="urn:microsoft.com/office/officeart/2005/8/layout/vProcess5"/>
    <dgm:cxn modelId="{E474FAB2-6C56-4DAC-B4C9-21E3E2C91591}" type="presOf" srcId="{2270A484-61A8-45C2-9422-F85A0DFDFB62}" destId="{BC299151-4994-4EBB-902A-CE46C951BF4B}" srcOrd="0" destOrd="0" presId="urn:microsoft.com/office/officeart/2005/8/layout/vProcess5"/>
    <dgm:cxn modelId="{04941DD5-5787-421B-B67F-2D5A69EB463C}" type="presOf" srcId="{6747D886-BE0B-480D-A4D5-2D49BE321780}" destId="{2DE67F9D-3DDB-499D-8C3A-B4618DB4E005}" srcOrd="1" destOrd="0" presId="urn:microsoft.com/office/officeart/2005/8/layout/vProcess5"/>
    <dgm:cxn modelId="{73C70F89-D049-4B1E-80B9-69919718A15C}" type="presParOf" srcId="{BC299151-4994-4EBB-902A-CE46C951BF4B}" destId="{35C8B230-0CCF-40D3-B042-AE82DCE9D3D4}" srcOrd="0" destOrd="0" presId="urn:microsoft.com/office/officeart/2005/8/layout/vProcess5"/>
    <dgm:cxn modelId="{80784371-81F0-486F-903B-EDFB98809096}" type="presParOf" srcId="{BC299151-4994-4EBB-902A-CE46C951BF4B}" destId="{C12901B4-7E0C-4065-B6C6-26D84025BE33}" srcOrd="1" destOrd="0" presId="urn:microsoft.com/office/officeart/2005/8/layout/vProcess5"/>
    <dgm:cxn modelId="{67EE3FDC-E41A-4CDD-A955-F8CDF6EA03D5}" type="presParOf" srcId="{BC299151-4994-4EBB-902A-CE46C951BF4B}" destId="{B5909704-AAD1-4FE6-83F3-BCBF328C3E96}" srcOrd="2" destOrd="0" presId="urn:microsoft.com/office/officeart/2005/8/layout/vProcess5"/>
    <dgm:cxn modelId="{16F3F907-B55A-47E2-A337-7CBC50A78824}" type="presParOf" srcId="{BC299151-4994-4EBB-902A-CE46C951BF4B}" destId="{67709218-C0DE-4A5B-9B14-D815835EE20B}" srcOrd="3" destOrd="0" presId="urn:microsoft.com/office/officeart/2005/8/layout/vProcess5"/>
    <dgm:cxn modelId="{AAB6FAD8-F5E5-4C72-B296-DB4B9A2E3305}" type="presParOf" srcId="{BC299151-4994-4EBB-902A-CE46C951BF4B}" destId="{A27B7270-0794-4245-A5A7-CB0C22760C03}" srcOrd="4" destOrd="0" presId="urn:microsoft.com/office/officeart/2005/8/layout/vProcess5"/>
    <dgm:cxn modelId="{611241A6-E6AE-4CA0-808D-48F661733EC0}" type="presParOf" srcId="{BC299151-4994-4EBB-902A-CE46C951BF4B}" destId="{70757DB8-B87A-4995-9695-94A4B4221CE1}" srcOrd="5" destOrd="0" presId="urn:microsoft.com/office/officeart/2005/8/layout/vProcess5"/>
    <dgm:cxn modelId="{35359A16-C862-4542-8172-200F4F9DCA4C}" type="presParOf" srcId="{BC299151-4994-4EBB-902A-CE46C951BF4B}" destId="{63C41B45-74E2-46B5-B3C5-EC83A77C8EE8}" srcOrd="6" destOrd="0" presId="urn:microsoft.com/office/officeart/2005/8/layout/vProcess5"/>
    <dgm:cxn modelId="{8769B33D-7F9F-45AF-B3A5-9FEA6EDC8105}" type="presParOf" srcId="{BC299151-4994-4EBB-902A-CE46C951BF4B}" destId="{5F44851A-CD9A-4151-9C91-6C7AF79CE8A4}" srcOrd="7" destOrd="0" presId="urn:microsoft.com/office/officeart/2005/8/layout/vProcess5"/>
    <dgm:cxn modelId="{5D7198B5-E5F2-4B33-BDA1-A04BDD0BA016}" type="presParOf" srcId="{BC299151-4994-4EBB-902A-CE46C951BF4B}" destId="{2DE67F9D-3DDB-499D-8C3A-B4618DB4E00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05/8/layout/vProcess5" loCatId="process" qsTypeId="urn:microsoft.com/office/officeart/2005/8/quickstyle/simple1#2" qsCatId="simple" csTypeId="urn:microsoft.com/office/officeart/2005/8/colors/accent2_2#1" csCatId="accent2" phldr="1"/>
      <dgm:spPr/>
      <dgm:t>
        <a:bodyPr/>
        <a:lstStyle/>
        <a:p>
          <a:endParaRPr lang="es-CL"/>
        </a:p>
      </dgm:t>
    </dgm:pt>
    <dgm:pt modelId="{9BBD8CD4-CA7F-4031-BF45-D978CCF62263}">
      <dgm:prSet phldrT="[Texto]"/>
      <dgm:spPr/>
      <dgm:t>
        <a:bodyPr/>
        <a:lstStyle/>
        <a:p>
          <a:pPr>
            <a:buNone/>
          </a:pPr>
          <a:r>
            <a:rPr lang="es-ES" b="1" dirty="0"/>
            <a:t>Fin de semana sin incidentes operacionales.</a:t>
          </a:r>
          <a:endParaRPr lang="es-CL" dirty="0"/>
        </a:p>
      </dgm:t>
    </dgm:pt>
    <dgm:pt modelId="{EF2DADC0-B336-4B85-9271-5F2FB8B541FE}" type="parTrans" cxnId="{E5C2FF02-46EB-493D-8DC8-8A66B0817E20}">
      <dgm:prSet/>
      <dgm:spPr/>
      <dgm:t>
        <a:bodyPr/>
        <a:lstStyle/>
        <a:p>
          <a:endParaRPr lang="es-CL"/>
        </a:p>
      </dgm:t>
    </dgm:pt>
    <dgm:pt modelId="{E5BA3D37-4F3E-4082-9809-4F0259424282}" type="sibTrans" cxnId="{E5C2FF02-46EB-493D-8DC8-8A66B0817E20}">
      <dgm:prSet/>
      <dgm:spPr/>
      <dgm:t>
        <a:bodyPr/>
        <a:lstStyle/>
        <a:p>
          <a:endParaRPr lang="es-CL"/>
        </a:p>
      </dgm:t>
    </dgm:pt>
    <dgm:pt modelId="{CC1937E8-C148-4F06-BBF2-C1C1F5ED8B02}">
      <dgm:prSet phldrT="[Texto]"/>
      <dgm:spPr/>
      <dgm:t>
        <a:bodyPr/>
        <a:lstStyle/>
        <a:p>
          <a:pPr>
            <a:buNone/>
          </a:pPr>
          <a:r>
            <a:rPr lang="es-ES" b="1" dirty="0"/>
            <a:t>La red LTE mantuvo estabilidad y disponibilidad total.</a:t>
          </a:r>
          <a:endParaRPr lang="es-CL" dirty="0"/>
        </a:p>
      </dgm:t>
    </dgm:pt>
    <dgm:pt modelId="{0D375A2F-53E7-4893-B67A-D92AF9CAF72D}" type="parTrans" cxnId="{C071B38B-EE4C-4206-9D9B-3A5A4FB4329A}">
      <dgm:prSet/>
      <dgm:spPr/>
      <dgm:t>
        <a:bodyPr/>
        <a:lstStyle/>
        <a:p>
          <a:endParaRPr lang="es-CL"/>
        </a:p>
      </dgm:t>
    </dgm:pt>
    <dgm:pt modelId="{243FC944-85DF-4C72-AFE9-299FE37CCEEE}" type="sibTrans" cxnId="{C071B38B-EE4C-4206-9D9B-3A5A4FB4329A}">
      <dgm:prSet/>
      <dgm:spPr/>
      <dgm:t>
        <a:bodyPr/>
        <a:lstStyle/>
        <a:p>
          <a:endParaRPr lang="es-CL"/>
        </a:p>
      </dgm:t>
    </dgm:pt>
    <dgm:pt modelId="{D782B8B3-53AA-4752-BAED-2FC1F8E1FA5A}">
      <dgm:prSet phldrT="[Texto]"/>
      <dgm:spPr/>
      <dgm:t>
        <a:bodyPr/>
        <a:lstStyle/>
        <a:p>
          <a:pPr>
            <a:buNone/>
          </a:pPr>
          <a:r>
            <a:rPr lang="es-ES" b="1" dirty="0"/>
            <a:t>Se continuará con la validación documental de CPE y revisión de comunicación de GG en próximos turnos.</a:t>
          </a:r>
          <a:endParaRPr lang="es-CL" dirty="0"/>
        </a:p>
      </dgm:t>
    </dgm:pt>
    <dgm:pt modelId="{03A318DB-AE37-4779-9B22-EC3C0343139F}" type="parTrans" cxnId="{693246E6-8B7F-4534-80BF-26F4240F7773}">
      <dgm:prSet/>
      <dgm:spPr/>
      <dgm:t>
        <a:bodyPr/>
        <a:lstStyle/>
        <a:p>
          <a:endParaRPr lang="es-CL"/>
        </a:p>
      </dgm:t>
    </dgm:pt>
    <dgm:pt modelId="{3A4AA077-7660-4C8C-BE99-EF9EEDCD537B}" type="sibTrans" cxnId="{693246E6-8B7F-4534-80BF-26F4240F7773}">
      <dgm:prSet/>
      <dgm:spPr/>
      <dgm:t>
        <a:bodyPr/>
        <a:lstStyle/>
        <a:p>
          <a:endParaRPr lang="es-CL"/>
        </a:p>
      </dgm:t>
    </dgm:pt>
    <dgm:pt modelId="{BC299151-4994-4EBB-902A-CE46C951BF4B}" type="pres">
      <dgm:prSet presAssocID="{2270A484-61A8-45C2-9422-F85A0DFDFB62}" presName="outerComposite" presStyleCnt="0">
        <dgm:presLayoutVars>
          <dgm:chMax val="5"/>
          <dgm:dir/>
          <dgm:resizeHandles val="exact"/>
        </dgm:presLayoutVars>
      </dgm:prSet>
      <dgm:spPr/>
    </dgm:pt>
    <dgm:pt modelId="{35C8B230-0CCF-40D3-B042-AE82DCE9D3D4}" type="pres">
      <dgm:prSet presAssocID="{2270A484-61A8-45C2-9422-F85A0DFDFB62}" presName="dummyMaxCanvas" presStyleCnt="0">
        <dgm:presLayoutVars/>
      </dgm:prSet>
      <dgm:spPr/>
    </dgm:pt>
    <dgm:pt modelId="{DD0CC387-1F83-4F1D-A80F-92FA6F893FBF}" type="pres">
      <dgm:prSet presAssocID="{2270A484-61A8-45C2-9422-F85A0DFDFB62}" presName="ThreeNodes_1" presStyleLbl="node1" presStyleIdx="0" presStyleCnt="3">
        <dgm:presLayoutVars>
          <dgm:bulletEnabled val="1"/>
        </dgm:presLayoutVars>
      </dgm:prSet>
      <dgm:spPr/>
    </dgm:pt>
    <dgm:pt modelId="{AD32F582-7FFA-4BD7-BEE6-309D78D6B0DB}" type="pres">
      <dgm:prSet presAssocID="{2270A484-61A8-45C2-9422-F85A0DFDFB62}" presName="ThreeNodes_2" presStyleLbl="node1" presStyleIdx="1" presStyleCnt="3">
        <dgm:presLayoutVars>
          <dgm:bulletEnabled val="1"/>
        </dgm:presLayoutVars>
      </dgm:prSet>
      <dgm:spPr/>
    </dgm:pt>
    <dgm:pt modelId="{46DCC1FF-6224-4E2D-9819-51C3B66E58ED}" type="pres">
      <dgm:prSet presAssocID="{2270A484-61A8-45C2-9422-F85A0DFDFB62}" presName="ThreeNodes_3" presStyleLbl="node1" presStyleIdx="2" presStyleCnt="3">
        <dgm:presLayoutVars>
          <dgm:bulletEnabled val="1"/>
        </dgm:presLayoutVars>
      </dgm:prSet>
      <dgm:spPr/>
    </dgm:pt>
    <dgm:pt modelId="{862F12A6-3774-4094-8F17-0E0E0026E6CB}" type="pres">
      <dgm:prSet presAssocID="{2270A484-61A8-45C2-9422-F85A0DFDFB62}" presName="ThreeConn_1-2" presStyleLbl="fgAccFollowNode1" presStyleIdx="0" presStyleCnt="2">
        <dgm:presLayoutVars>
          <dgm:bulletEnabled val="1"/>
        </dgm:presLayoutVars>
      </dgm:prSet>
      <dgm:spPr/>
    </dgm:pt>
    <dgm:pt modelId="{AAA8D6AF-70A0-403C-8CD7-1F6CDEBDCEA0}" type="pres">
      <dgm:prSet presAssocID="{2270A484-61A8-45C2-9422-F85A0DFDFB62}" presName="ThreeConn_2-3" presStyleLbl="fgAccFollowNode1" presStyleIdx="1" presStyleCnt="2">
        <dgm:presLayoutVars>
          <dgm:bulletEnabled val="1"/>
        </dgm:presLayoutVars>
      </dgm:prSet>
      <dgm:spPr/>
    </dgm:pt>
    <dgm:pt modelId="{79EFD7FB-A70B-40FE-BD38-3FEFF80E3466}" type="pres">
      <dgm:prSet presAssocID="{2270A484-61A8-45C2-9422-F85A0DFDFB62}" presName="ThreeNodes_1_text" presStyleLbl="node1" presStyleIdx="2" presStyleCnt="3">
        <dgm:presLayoutVars>
          <dgm:bulletEnabled val="1"/>
        </dgm:presLayoutVars>
      </dgm:prSet>
      <dgm:spPr/>
    </dgm:pt>
    <dgm:pt modelId="{5B3686FA-6EAE-4E21-A31B-8BA54E0E38CE}" type="pres">
      <dgm:prSet presAssocID="{2270A484-61A8-45C2-9422-F85A0DFDFB62}" presName="ThreeNodes_2_text" presStyleLbl="node1" presStyleIdx="2" presStyleCnt="3">
        <dgm:presLayoutVars>
          <dgm:bulletEnabled val="1"/>
        </dgm:presLayoutVars>
      </dgm:prSet>
      <dgm:spPr/>
    </dgm:pt>
    <dgm:pt modelId="{1F10DF22-5EEA-40CB-986A-A895BA6F4E3D}" type="pres">
      <dgm:prSet presAssocID="{2270A484-61A8-45C2-9422-F85A0DFDFB6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5C2FF02-46EB-493D-8DC8-8A66B0817E20}" srcId="{2270A484-61A8-45C2-9422-F85A0DFDFB62}" destId="{9BBD8CD4-CA7F-4031-BF45-D978CCF62263}" srcOrd="0" destOrd="0" parTransId="{EF2DADC0-B336-4B85-9271-5F2FB8B541FE}" sibTransId="{E5BA3D37-4F3E-4082-9809-4F0259424282}"/>
    <dgm:cxn modelId="{32544E0B-4F62-4D0B-887D-C419FAF3F752}" type="presOf" srcId="{CC1937E8-C148-4F06-BBF2-C1C1F5ED8B02}" destId="{AD32F582-7FFA-4BD7-BEE6-309D78D6B0DB}" srcOrd="0" destOrd="0" presId="urn:microsoft.com/office/officeart/2005/8/layout/vProcess5"/>
    <dgm:cxn modelId="{BC709768-E500-4556-984C-B0F25001D4D5}" type="presOf" srcId="{D782B8B3-53AA-4752-BAED-2FC1F8E1FA5A}" destId="{1F10DF22-5EEA-40CB-986A-A895BA6F4E3D}" srcOrd="1" destOrd="0" presId="urn:microsoft.com/office/officeart/2005/8/layout/vProcess5"/>
    <dgm:cxn modelId="{5AB51149-A3C4-4305-AF12-1472A430C513}" type="presOf" srcId="{E5BA3D37-4F3E-4082-9809-4F0259424282}" destId="{862F12A6-3774-4094-8F17-0E0E0026E6CB}" srcOrd="0" destOrd="0" presId="urn:microsoft.com/office/officeart/2005/8/layout/vProcess5"/>
    <dgm:cxn modelId="{45F3006F-E118-4F9B-8E5C-92524F224943}" type="presOf" srcId="{D782B8B3-53AA-4752-BAED-2FC1F8E1FA5A}" destId="{46DCC1FF-6224-4E2D-9819-51C3B66E58ED}" srcOrd="0" destOrd="0" presId="urn:microsoft.com/office/officeart/2005/8/layout/vProcess5"/>
    <dgm:cxn modelId="{2B6F5053-2AAF-4BBF-9F51-9F6B11A96218}" type="presOf" srcId="{CC1937E8-C148-4F06-BBF2-C1C1F5ED8B02}" destId="{5B3686FA-6EAE-4E21-A31B-8BA54E0E38CE}" srcOrd="1" destOrd="0" presId="urn:microsoft.com/office/officeart/2005/8/layout/vProcess5"/>
    <dgm:cxn modelId="{F3C2BA54-A4BD-4D51-B8B7-641D41F75B0B}" type="presOf" srcId="{9BBD8CD4-CA7F-4031-BF45-D978CCF62263}" destId="{DD0CC387-1F83-4F1D-A80F-92FA6F893FBF}" srcOrd="0" destOrd="0" presId="urn:microsoft.com/office/officeart/2005/8/layout/vProcess5"/>
    <dgm:cxn modelId="{C071B38B-EE4C-4206-9D9B-3A5A4FB4329A}" srcId="{2270A484-61A8-45C2-9422-F85A0DFDFB62}" destId="{CC1937E8-C148-4F06-BBF2-C1C1F5ED8B02}" srcOrd="1" destOrd="0" parTransId="{0D375A2F-53E7-4893-B67A-D92AF9CAF72D}" sibTransId="{243FC944-85DF-4C72-AFE9-299FE37CCEEE}"/>
    <dgm:cxn modelId="{E474FAB2-6C56-4DAC-B4C9-21E3E2C91591}" type="presOf" srcId="{2270A484-61A8-45C2-9422-F85A0DFDFB62}" destId="{BC299151-4994-4EBB-902A-CE46C951BF4B}" srcOrd="0" destOrd="0" presId="urn:microsoft.com/office/officeart/2005/8/layout/vProcess5"/>
    <dgm:cxn modelId="{A9E70CDE-58D0-4C18-B51A-91DFB001B557}" type="presOf" srcId="{243FC944-85DF-4C72-AFE9-299FE37CCEEE}" destId="{AAA8D6AF-70A0-403C-8CD7-1F6CDEBDCEA0}" srcOrd="0" destOrd="0" presId="urn:microsoft.com/office/officeart/2005/8/layout/vProcess5"/>
    <dgm:cxn modelId="{693246E6-8B7F-4534-80BF-26F4240F7773}" srcId="{2270A484-61A8-45C2-9422-F85A0DFDFB62}" destId="{D782B8B3-53AA-4752-BAED-2FC1F8E1FA5A}" srcOrd="2" destOrd="0" parTransId="{03A318DB-AE37-4779-9B22-EC3C0343139F}" sibTransId="{3A4AA077-7660-4C8C-BE99-EF9EEDCD537B}"/>
    <dgm:cxn modelId="{FF2B7FEB-ACF4-41B2-9F50-4CA7426B8BDC}" type="presOf" srcId="{9BBD8CD4-CA7F-4031-BF45-D978CCF62263}" destId="{79EFD7FB-A70B-40FE-BD38-3FEFF80E3466}" srcOrd="1" destOrd="0" presId="urn:microsoft.com/office/officeart/2005/8/layout/vProcess5"/>
    <dgm:cxn modelId="{73C70F89-D049-4B1E-80B9-69919718A15C}" type="presParOf" srcId="{BC299151-4994-4EBB-902A-CE46C951BF4B}" destId="{35C8B230-0CCF-40D3-B042-AE82DCE9D3D4}" srcOrd="0" destOrd="0" presId="urn:microsoft.com/office/officeart/2005/8/layout/vProcess5"/>
    <dgm:cxn modelId="{F59B1D68-3FBB-423F-B1CF-C254A377F184}" type="presParOf" srcId="{BC299151-4994-4EBB-902A-CE46C951BF4B}" destId="{DD0CC387-1F83-4F1D-A80F-92FA6F893FBF}" srcOrd="1" destOrd="0" presId="urn:microsoft.com/office/officeart/2005/8/layout/vProcess5"/>
    <dgm:cxn modelId="{7FA74902-7ED9-4DE7-ADC3-1EADD0BA0ACB}" type="presParOf" srcId="{BC299151-4994-4EBB-902A-CE46C951BF4B}" destId="{AD32F582-7FFA-4BD7-BEE6-309D78D6B0DB}" srcOrd="2" destOrd="0" presId="urn:microsoft.com/office/officeart/2005/8/layout/vProcess5"/>
    <dgm:cxn modelId="{E91DF7F7-8F16-4557-A0B7-3A93538D8BF2}" type="presParOf" srcId="{BC299151-4994-4EBB-902A-CE46C951BF4B}" destId="{46DCC1FF-6224-4E2D-9819-51C3B66E58ED}" srcOrd="3" destOrd="0" presId="urn:microsoft.com/office/officeart/2005/8/layout/vProcess5"/>
    <dgm:cxn modelId="{7C3DE6A2-3829-4BEC-BAF2-BC686B5A98C7}" type="presParOf" srcId="{BC299151-4994-4EBB-902A-CE46C951BF4B}" destId="{862F12A6-3774-4094-8F17-0E0E0026E6CB}" srcOrd="4" destOrd="0" presId="urn:microsoft.com/office/officeart/2005/8/layout/vProcess5"/>
    <dgm:cxn modelId="{4898DE44-3681-4B68-9D75-B65206A53836}" type="presParOf" srcId="{BC299151-4994-4EBB-902A-CE46C951BF4B}" destId="{AAA8D6AF-70A0-403C-8CD7-1F6CDEBDCEA0}" srcOrd="5" destOrd="0" presId="urn:microsoft.com/office/officeart/2005/8/layout/vProcess5"/>
    <dgm:cxn modelId="{EE757202-7800-42A1-B2BB-05A8559D4B07}" type="presParOf" srcId="{BC299151-4994-4EBB-902A-CE46C951BF4B}" destId="{79EFD7FB-A70B-40FE-BD38-3FEFF80E3466}" srcOrd="6" destOrd="0" presId="urn:microsoft.com/office/officeart/2005/8/layout/vProcess5"/>
    <dgm:cxn modelId="{3FB97930-9AC0-4758-864B-CA6531C5C706}" type="presParOf" srcId="{BC299151-4994-4EBB-902A-CE46C951BF4B}" destId="{5B3686FA-6EAE-4E21-A31B-8BA54E0E38CE}" srcOrd="7" destOrd="0" presId="urn:microsoft.com/office/officeart/2005/8/layout/vProcess5"/>
    <dgm:cxn modelId="{B3C0E2A4-FBBA-43C1-BC8D-067ED5363F80}" type="presParOf" srcId="{BC299151-4994-4EBB-902A-CE46C951BF4B}" destId="{1F10DF22-5EEA-40CB-986A-A895BA6F4E3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05/8/layout/vProcess5" loCatId="process" qsTypeId="urn:microsoft.com/office/officeart/2005/8/quickstyle/simple1#7" qsCatId="simple" csTypeId="urn:microsoft.com/office/officeart/2005/8/colors/accent2_2#5" csCatId="accent2" phldr="1"/>
      <dgm:spPr/>
      <dgm:t>
        <a:bodyPr/>
        <a:lstStyle/>
        <a:p>
          <a:endParaRPr lang="es-CL"/>
        </a:p>
      </dgm:t>
    </dgm:pt>
    <dgm:pt modelId="{9BBD8CD4-CA7F-4031-BF45-D978CCF62263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>
            <a:buNone/>
          </a:pPr>
          <a:r>
            <a:rPr lang="es-ES" sz="1400" b="1" dirty="0">
              <a:solidFill>
                <a:srgbClr val="FFFFFF"/>
              </a:solidFill>
              <a:latin typeface="Arial"/>
            </a:rPr>
            <a:t>FIN DE SEMANA CON CONTINUIDAD OPERACIONAL Y SIN INCIDENTES OPERACIONALES MAYORES REPORTADOS.</a:t>
          </a:r>
          <a:endParaRPr lang="es-CL" sz="1400" b="1" dirty="0"/>
        </a:p>
      </dgm:t>
    </dgm:pt>
    <dgm:pt modelId="{EF2DADC0-B336-4B85-9271-5F2FB8B541FE}" type="parTrans" cxnId="{E5C2FF02-46EB-493D-8DC8-8A66B0817E20}">
      <dgm:prSet/>
      <dgm:spPr/>
      <dgm:t>
        <a:bodyPr/>
        <a:lstStyle/>
        <a:p>
          <a:endParaRPr lang="es-CL"/>
        </a:p>
      </dgm:t>
    </dgm:pt>
    <dgm:pt modelId="{E5BA3D37-4F3E-4082-9809-4F0259424282}" type="sibTrans" cxnId="{E5C2FF02-46EB-493D-8DC8-8A66B0817E20}">
      <dgm:prSet/>
      <dgm:spPr/>
      <dgm:t>
        <a:bodyPr/>
        <a:lstStyle/>
        <a:p>
          <a:endParaRPr lang="es-CL"/>
        </a:p>
      </dgm:t>
    </dgm:pt>
    <dgm:pt modelId="{4ADC1254-463C-451D-9C09-EC536D00202E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>
            <a:buNone/>
          </a:pPr>
          <a:r>
            <a:rPr lang="es-ES" sz="1400" b="1" dirty="0">
              <a:solidFill>
                <a:srgbClr val="FFFFFF"/>
              </a:solidFill>
              <a:latin typeface="Arial"/>
            </a:rPr>
            <a:t>SE EJECUTARON MANTENIMIENTOS PREVENTIVOS EN CARROS LTE PROGRAMADOS</a:t>
          </a:r>
          <a:endParaRPr lang="es-CL" sz="1400" b="1" dirty="0"/>
        </a:p>
      </dgm:t>
    </dgm:pt>
    <dgm:pt modelId="{5455FBC2-917F-444A-A8A2-FDAEC6B4529A}" type="parTrans" cxnId="{8D8D756B-ED81-4363-A8D6-052B255DBB66}">
      <dgm:prSet/>
      <dgm:spPr/>
      <dgm:t>
        <a:bodyPr/>
        <a:lstStyle/>
        <a:p>
          <a:endParaRPr lang="es-CL"/>
        </a:p>
      </dgm:t>
    </dgm:pt>
    <dgm:pt modelId="{237AE97A-EE24-48F5-83BF-0DFB0DDEAC56}" type="sibTrans" cxnId="{8D8D756B-ED81-4363-A8D6-052B255DBB66}">
      <dgm:prSet/>
      <dgm:spPr/>
      <dgm:t>
        <a:bodyPr/>
        <a:lstStyle/>
        <a:p>
          <a:endParaRPr lang="es-CL"/>
        </a:p>
      </dgm:t>
    </dgm:pt>
    <dgm:pt modelId="{A7715C65-C4E2-4E12-8F50-387CEF9A6AE3}">
      <dgm:prSet phldrT="[Texto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>
            <a:buNone/>
          </a:pPr>
          <a:r>
            <a:rPr lang="es-CL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Se atendieron fallas de </a:t>
          </a:r>
          <a:r>
            <a:rPr lang="es-ES" sz="1800" b="1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rPr>
            <a:t>Wheeldozer</a:t>
          </a:r>
          <a:r>
            <a:rPr lang="es-ES" sz="18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rPr>
            <a:t> 1501 y Motoniveladora N°1702</a:t>
          </a:r>
          <a:endParaRPr lang="es-CL" sz="1800" b="1" dirty="0">
            <a:solidFill>
              <a:srgbClr val="FFFFFF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AF5CB7-B74A-4B97-B4E7-6D78075DBF94}" type="parTrans" cxnId="{8DB7885D-BE20-4C08-AB3C-A5CB24D805A3}">
      <dgm:prSet/>
      <dgm:spPr/>
      <dgm:t>
        <a:bodyPr/>
        <a:lstStyle/>
        <a:p>
          <a:endParaRPr lang="es-CL"/>
        </a:p>
      </dgm:t>
    </dgm:pt>
    <dgm:pt modelId="{E7A11E4A-DC60-4FF4-8836-4FDC1E81E800}" type="sibTrans" cxnId="{8DB7885D-BE20-4C08-AB3C-A5CB24D805A3}">
      <dgm:prSet/>
      <dgm:spPr/>
      <dgm:t>
        <a:bodyPr/>
        <a:lstStyle/>
        <a:p>
          <a:endParaRPr lang="es-CL"/>
        </a:p>
      </dgm:t>
    </dgm:pt>
    <dgm:pt modelId="{BC299151-4994-4EBB-902A-CE46C951BF4B}" type="pres">
      <dgm:prSet presAssocID="{2270A484-61A8-45C2-9422-F85A0DFDFB62}" presName="outerComposite" presStyleCnt="0">
        <dgm:presLayoutVars>
          <dgm:chMax val="5"/>
          <dgm:dir/>
          <dgm:resizeHandles val="exact"/>
        </dgm:presLayoutVars>
      </dgm:prSet>
      <dgm:spPr/>
    </dgm:pt>
    <dgm:pt modelId="{35C8B230-0CCF-40D3-B042-AE82DCE9D3D4}" type="pres">
      <dgm:prSet presAssocID="{2270A484-61A8-45C2-9422-F85A0DFDFB62}" presName="dummyMaxCanvas" presStyleCnt="0">
        <dgm:presLayoutVars/>
      </dgm:prSet>
      <dgm:spPr/>
    </dgm:pt>
    <dgm:pt modelId="{C6651A77-DC10-4ED3-A9A0-63B51C294622}" type="pres">
      <dgm:prSet presAssocID="{2270A484-61A8-45C2-9422-F85A0DFDFB62}" presName="ThreeNodes_1" presStyleLbl="node1" presStyleIdx="0" presStyleCnt="3">
        <dgm:presLayoutVars>
          <dgm:bulletEnabled val="1"/>
        </dgm:presLayoutVars>
      </dgm:prSet>
      <dgm:spPr/>
    </dgm:pt>
    <dgm:pt modelId="{4380C19D-30FE-4A60-B76E-B786AC0DAD8C}" type="pres">
      <dgm:prSet presAssocID="{2270A484-61A8-45C2-9422-F85A0DFDFB62}" presName="ThreeNodes_2" presStyleLbl="node1" presStyleIdx="1" presStyleCnt="3">
        <dgm:presLayoutVars>
          <dgm:bulletEnabled val="1"/>
        </dgm:presLayoutVars>
      </dgm:prSet>
      <dgm:spPr/>
    </dgm:pt>
    <dgm:pt modelId="{C6B10FC8-F706-4911-A6C1-9AD573727BDC}" type="pres">
      <dgm:prSet presAssocID="{2270A484-61A8-45C2-9422-F85A0DFDFB62}" presName="ThreeNodes_3" presStyleLbl="node1" presStyleIdx="2" presStyleCnt="3">
        <dgm:presLayoutVars>
          <dgm:bulletEnabled val="1"/>
        </dgm:presLayoutVars>
      </dgm:prSet>
      <dgm:spPr/>
    </dgm:pt>
    <dgm:pt modelId="{A1CEA58F-C3E0-4B9A-BB57-F3DBFFF1B25A}" type="pres">
      <dgm:prSet presAssocID="{2270A484-61A8-45C2-9422-F85A0DFDFB62}" presName="ThreeConn_1-2" presStyleLbl="fgAccFollowNode1" presStyleIdx="0" presStyleCnt="2">
        <dgm:presLayoutVars>
          <dgm:bulletEnabled val="1"/>
        </dgm:presLayoutVars>
      </dgm:prSet>
      <dgm:spPr/>
    </dgm:pt>
    <dgm:pt modelId="{139820F4-F259-475A-8127-1F443C5FBD48}" type="pres">
      <dgm:prSet presAssocID="{2270A484-61A8-45C2-9422-F85A0DFDFB62}" presName="ThreeConn_2-3" presStyleLbl="fgAccFollowNode1" presStyleIdx="1" presStyleCnt="2">
        <dgm:presLayoutVars>
          <dgm:bulletEnabled val="1"/>
        </dgm:presLayoutVars>
      </dgm:prSet>
      <dgm:spPr/>
    </dgm:pt>
    <dgm:pt modelId="{E3936C5D-F152-4BF5-8AA9-BC76D1C6F84A}" type="pres">
      <dgm:prSet presAssocID="{2270A484-61A8-45C2-9422-F85A0DFDFB62}" presName="ThreeNodes_1_text" presStyleLbl="node1" presStyleIdx="2" presStyleCnt="3">
        <dgm:presLayoutVars>
          <dgm:bulletEnabled val="1"/>
        </dgm:presLayoutVars>
      </dgm:prSet>
      <dgm:spPr/>
    </dgm:pt>
    <dgm:pt modelId="{4EC97AD3-2C73-4EE6-8843-925F12BEDB5B}" type="pres">
      <dgm:prSet presAssocID="{2270A484-61A8-45C2-9422-F85A0DFDFB62}" presName="ThreeNodes_2_text" presStyleLbl="node1" presStyleIdx="2" presStyleCnt="3">
        <dgm:presLayoutVars>
          <dgm:bulletEnabled val="1"/>
        </dgm:presLayoutVars>
      </dgm:prSet>
      <dgm:spPr/>
    </dgm:pt>
    <dgm:pt modelId="{549FDD36-5D2F-4B85-97D4-AF1B56F35A65}" type="pres">
      <dgm:prSet presAssocID="{2270A484-61A8-45C2-9422-F85A0DFDFB6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5C2FF02-46EB-493D-8DC8-8A66B0817E20}" srcId="{2270A484-61A8-45C2-9422-F85A0DFDFB62}" destId="{9BBD8CD4-CA7F-4031-BF45-D978CCF62263}" srcOrd="0" destOrd="0" parTransId="{EF2DADC0-B336-4B85-9271-5F2FB8B541FE}" sibTransId="{E5BA3D37-4F3E-4082-9809-4F0259424282}"/>
    <dgm:cxn modelId="{1C40E80A-5A43-4B0D-94C6-B9F6DF4EF21A}" type="presOf" srcId="{4ADC1254-463C-451D-9C09-EC536D00202E}" destId="{4EC97AD3-2C73-4EE6-8843-925F12BEDB5B}" srcOrd="1" destOrd="0" presId="urn:microsoft.com/office/officeart/2005/8/layout/vProcess5"/>
    <dgm:cxn modelId="{8DB7885D-BE20-4C08-AB3C-A5CB24D805A3}" srcId="{2270A484-61A8-45C2-9422-F85A0DFDFB62}" destId="{A7715C65-C4E2-4E12-8F50-387CEF9A6AE3}" srcOrd="2" destOrd="0" parTransId="{76AF5CB7-B74A-4B97-B4E7-6D78075DBF94}" sibTransId="{E7A11E4A-DC60-4FF4-8836-4FDC1E81E800}"/>
    <dgm:cxn modelId="{8D8D756B-ED81-4363-A8D6-052B255DBB66}" srcId="{2270A484-61A8-45C2-9422-F85A0DFDFB62}" destId="{4ADC1254-463C-451D-9C09-EC536D00202E}" srcOrd="1" destOrd="0" parTransId="{5455FBC2-917F-444A-A8A2-FDAEC6B4529A}" sibTransId="{237AE97A-EE24-48F5-83BF-0DFB0DDEAC56}"/>
    <dgm:cxn modelId="{EEF8D04C-DD30-4125-9A61-A93F980B6BFE}" type="presOf" srcId="{9BBD8CD4-CA7F-4031-BF45-D978CCF62263}" destId="{E3936C5D-F152-4BF5-8AA9-BC76D1C6F84A}" srcOrd="1" destOrd="0" presId="urn:microsoft.com/office/officeart/2005/8/layout/vProcess5"/>
    <dgm:cxn modelId="{94B79750-24A4-470E-9480-9F4D1AB607D8}" type="presOf" srcId="{9BBD8CD4-CA7F-4031-BF45-D978CCF62263}" destId="{C6651A77-DC10-4ED3-A9A0-63B51C294622}" srcOrd="0" destOrd="0" presId="urn:microsoft.com/office/officeart/2005/8/layout/vProcess5"/>
    <dgm:cxn modelId="{F68E757B-2979-4D9D-9FB1-BDC2893D6774}" type="presOf" srcId="{4ADC1254-463C-451D-9C09-EC536D00202E}" destId="{4380C19D-30FE-4A60-B76E-B786AC0DAD8C}" srcOrd="0" destOrd="0" presId="urn:microsoft.com/office/officeart/2005/8/layout/vProcess5"/>
    <dgm:cxn modelId="{45FB9892-7010-4EA5-9283-189524B19C21}" type="presOf" srcId="{E5BA3D37-4F3E-4082-9809-4F0259424282}" destId="{A1CEA58F-C3E0-4B9A-BB57-F3DBFFF1B25A}" srcOrd="0" destOrd="0" presId="urn:microsoft.com/office/officeart/2005/8/layout/vProcess5"/>
    <dgm:cxn modelId="{6E507AA9-A278-45A3-8788-846B07184787}" type="presOf" srcId="{A7715C65-C4E2-4E12-8F50-387CEF9A6AE3}" destId="{C6B10FC8-F706-4911-A6C1-9AD573727BDC}" srcOrd="0" destOrd="0" presId="urn:microsoft.com/office/officeart/2005/8/layout/vProcess5"/>
    <dgm:cxn modelId="{E474FAB2-6C56-4DAC-B4C9-21E3E2C91591}" type="presOf" srcId="{2270A484-61A8-45C2-9422-F85A0DFDFB62}" destId="{BC299151-4994-4EBB-902A-CE46C951BF4B}" srcOrd="0" destOrd="0" presId="urn:microsoft.com/office/officeart/2005/8/layout/vProcess5"/>
    <dgm:cxn modelId="{0F81D4C4-2336-4D3B-8759-9232780BBF53}" type="presOf" srcId="{A7715C65-C4E2-4E12-8F50-387CEF9A6AE3}" destId="{549FDD36-5D2F-4B85-97D4-AF1B56F35A65}" srcOrd="1" destOrd="0" presId="urn:microsoft.com/office/officeart/2005/8/layout/vProcess5"/>
    <dgm:cxn modelId="{4C7F7CD5-6C89-4743-9883-01FBF1B8B124}" type="presOf" srcId="{237AE97A-EE24-48F5-83BF-0DFB0DDEAC56}" destId="{139820F4-F259-475A-8127-1F443C5FBD48}" srcOrd="0" destOrd="0" presId="urn:microsoft.com/office/officeart/2005/8/layout/vProcess5"/>
    <dgm:cxn modelId="{B287A701-893E-4F1C-9155-3D01956D6966}" type="presParOf" srcId="{BC299151-4994-4EBB-902A-CE46C951BF4B}" destId="{35C8B230-0CCF-40D3-B042-AE82DCE9D3D4}" srcOrd="0" destOrd="0" presId="urn:microsoft.com/office/officeart/2005/8/layout/vProcess5"/>
    <dgm:cxn modelId="{7563C144-B8DB-4B67-9DED-55DF0834ADF4}" type="presParOf" srcId="{BC299151-4994-4EBB-902A-CE46C951BF4B}" destId="{C6651A77-DC10-4ED3-A9A0-63B51C294622}" srcOrd="1" destOrd="0" presId="urn:microsoft.com/office/officeart/2005/8/layout/vProcess5"/>
    <dgm:cxn modelId="{2F9EF584-9B0A-4BCB-9089-8AE110CD2950}" type="presParOf" srcId="{BC299151-4994-4EBB-902A-CE46C951BF4B}" destId="{4380C19D-30FE-4A60-B76E-B786AC0DAD8C}" srcOrd="2" destOrd="0" presId="urn:microsoft.com/office/officeart/2005/8/layout/vProcess5"/>
    <dgm:cxn modelId="{B65CF957-5CE8-4463-A255-864D995DC4EB}" type="presParOf" srcId="{BC299151-4994-4EBB-902A-CE46C951BF4B}" destId="{C6B10FC8-F706-4911-A6C1-9AD573727BDC}" srcOrd="3" destOrd="0" presId="urn:microsoft.com/office/officeart/2005/8/layout/vProcess5"/>
    <dgm:cxn modelId="{F932E991-A7E0-42C9-B811-234A349A3DDD}" type="presParOf" srcId="{BC299151-4994-4EBB-902A-CE46C951BF4B}" destId="{A1CEA58F-C3E0-4B9A-BB57-F3DBFFF1B25A}" srcOrd="4" destOrd="0" presId="urn:microsoft.com/office/officeart/2005/8/layout/vProcess5"/>
    <dgm:cxn modelId="{52E65E2B-6DE3-4A6C-BBD0-248214FB7433}" type="presParOf" srcId="{BC299151-4994-4EBB-902A-CE46C951BF4B}" destId="{139820F4-F259-475A-8127-1F443C5FBD48}" srcOrd="5" destOrd="0" presId="urn:microsoft.com/office/officeart/2005/8/layout/vProcess5"/>
    <dgm:cxn modelId="{420CD04B-754B-47E2-8D69-6075153EA7F9}" type="presParOf" srcId="{BC299151-4994-4EBB-902A-CE46C951BF4B}" destId="{E3936C5D-F152-4BF5-8AA9-BC76D1C6F84A}" srcOrd="6" destOrd="0" presId="urn:microsoft.com/office/officeart/2005/8/layout/vProcess5"/>
    <dgm:cxn modelId="{AD779621-A7E3-4971-B85D-03E571A0CC06}" type="presParOf" srcId="{BC299151-4994-4EBB-902A-CE46C951BF4B}" destId="{4EC97AD3-2C73-4EE6-8843-925F12BEDB5B}" srcOrd="7" destOrd="0" presId="urn:microsoft.com/office/officeart/2005/8/layout/vProcess5"/>
    <dgm:cxn modelId="{F528716F-99E4-4E55-AA4A-030D17901E3A}" type="presParOf" srcId="{BC299151-4994-4EBB-902A-CE46C951BF4B}" destId="{549FDD36-5D2F-4B85-97D4-AF1B56F35A6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D7B57A1-36CE-48B1-BE4C-B81AE423152E}" type="doc">
      <dgm:prSet loTypeId="urn:microsoft.com/office/officeart/2005/8/layout/list1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s-CL"/>
        </a:p>
      </dgm:t>
    </dgm:pt>
    <dgm:pt modelId="{C0C0F88A-6ABC-4F8E-BB0B-0DBB8B4E7F1C}">
      <dgm:prSet phldrT="[Texto]" custT="1"/>
      <dgm:spPr/>
      <dgm:t>
        <a:bodyPr/>
        <a:lstStyle/>
        <a:p>
          <a:r>
            <a:rPr lang="es-ES" sz="1100" b="1" dirty="0"/>
            <a:t>OPERACIÓN GENERAL ESTABLE DURANTE EL FIN DE SEMANA.</a:t>
          </a:r>
          <a:endParaRPr lang="es-CL" sz="1100" b="1" dirty="0"/>
        </a:p>
      </dgm:t>
    </dgm:pt>
    <dgm:pt modelId="{60DA15B3-469A-4F42-A4CA-3038C53D2368}" type="parTrans" cxnId="{807B6EBF-B370-41EA-8BF8-E902F3D7EF8F}">
      <dgm:prSet/>
      <dgm:spPr/>
      <dgm:t>
        <a:bodyPr/>
        <a:lstStyle/>
        <a:p>
          <a:endParaRPr lang="es-CL"/>
        </a:p>
      </dgm:t>
    </dgm:pt>
    <dgm:pt modelId="{A1C8BDB6-B772-4B76-9AA3-6D923E6969EE}" type="sibTrans" cxnId="{807B6EBF-B370-41EA-8BF8-E902F3D7EF8F}">
      <dgm:prSet/>
      <dgm:spPr/>
      <dgm:t>
        <a:bodyPr/>
        <a:lstStyle/>
        <a:p>
          <a:endParaRPr lang="es-CL"/>
        </a:p>
      </dgm:t>
    </dgm:pt>
    <dgm:pt modelId="{C08BB340-C6F4-40F0-81AB-A6C053DC3EDE}">
      <dgm:prSet phldrT="[Texto]" custT="1"/>
      <dgm:spPr/>
      <dgm:t>
        <a:bodyPr/>
        <a:lstStyle/>
        <a:p>
          <a:r>
            <a:rPr lang="es-CL" sz="1100" b="1" dirty="0"/>
            <a:t>SE EJECUTAN MANTENIMIENTOS PREVENTIVOS PROGRAMADOS.</a:t>
          </a:r>
        </a:p>
      </dgm:t>
    </dgm:pt>
    <dgm:pt modelId="{58720737-6531-4FA4-83F4-BF4B0808D03B}" type="parTrans" cxnId="{1C91F95D-5B8B-4B6E-9EE0-2F565A81B573}">
      <dgm:prSet/>
      <dgm:spPr/>
      <dgm:t>
        <a:bodyPr/>
        <a:lstStyle/>
        <a:p>
          <a:endParaRPr lang="es-CL"/>
        </a:p>
      </dgm:t>
    </dgm:pt>
    <dgm:pt modelId="{371F8C98-A667-45C8-9CF5-580810B4485D}" type="sibTrans" cxnId="{1C91F95D-5B8B-4B6E-9EE0-2F565A81B573}">
      <dgm:prSet/>
      <dgm:spPr/>
      <dgm:t>
        <a:bodyPr/>
        <a:lstStyle/>
        <a:p>
          <a:endParaRPr lang="es-CL"/>
        </a:p>
      </dgm:t>
    </dgm:pt>
    <dgm:pt modelId="{A2F27F48-6590-42F1-A24B-6FC2301DA62B}">
      <dgm:prSet phldrT="[Texto]" custT="1"/>
      <dgm:spPr/>
      <dgm:t>
        <a:bodyPr/>
        <a:lstStyle/>
        <a:p>
          <a:r>
            <a:rPr lang="es-ES" sz="1100" b="1" dirty="0"/>
            <a:t>SE MANTIENE EL SEGUIMIENTO POR ACCESO RESTRINGIDO (TARJETA VERDE).</a:t>
          </a:r>
          <a:endParaRPr lang="es-CL" sz="1100" b="1" dirty="0"/>
        </a:p>
      </dgm:t>
    </dgm:pt>
    <dgm:pt modelId="{F11F49F1-900B-4261-AD5D-ADF4CE081F87}" type="parTrans" cxnId="{43B661DE-1922-4392-85F6-F29C8320931E}">
      <dgm:prSet/>
      <dgm:spPr/>
      <dgm:t>
        <a:bodyPr/>
        <a:lstStyle/>
        <a:p>
          <a:endParaRPr lang="es-CL"/>
        </a:p>
      </dgm:t>
    </dgm:pt>
    <dgm:pt modelId="{3B6EAC11-A6B7-4CB8-B3E9-CA8035BDC17B}" type="sibTrans" cxnId="{43B661DE-1922-4392-85F6-F29C8320931E}">
      <dgm:prSet/>
      <dgm:spPr/>
      <dgm:t>
        <a:bodyPr/>
        <a:lstStyle/>
        <a:p>
          <a:endParaRPr lang="es-CL"/>
        </a:p>
      </dgm:t>
    </dgm:pt>
    <dgm:pt modelId="{A51756C4-A8DA-4639-ABD8-6B15A9DD7567}">
      <dgm:prSet phldrT="[Texto]" custT="1"/>
      <dgm:spPr/>
      <dgm:t>
        <a:bodyPr/>
        <a:lstStyle/>
        <a:p>
          <a:r>
            <a:rPr lang="es-ES" sz="1100" b="1" dirty="0"/>
            <a:t>SE REALIZA EL CAMBIO DE ANTENA CPE EN PALA 204.</a:t>
          </a:r>
          <a:endParaRPr lang="es-CL" sz="1100" b="1" dirty="0"/>
        </a:p>
      </dgm:t>
    </dgm:pt>
    <dgm:pt modelId="{49F62C51-8006-47A7-A917-25E6E65A7E3E}" type="parTrans" cxnId="{4C7083E7-5C3A-478A-A490-57ED4C357FE3}">
      <dgm:prSet/>
      <dgm:spPr/>
      <dgm:t>
        <a:bodyPr/>
        <a:lstStyle/>
        <a:p>
          <a:endParaRPr lang="es-MX"/>
        </a:p>
      </dgm:t>
    </dgm:pt>
    <dgm:pt modelId="{080FDB88-F671-43F1-965C-F89F922A6B2C}" type="sibTrans" cxnId="{4C7083E7-5C3A-478A-A490-57ED4C357FE3}">
      <dgm:prSet/>
      <dgm:spPr/>
      <dgm:t>
        <a:bodyPr/>
        <a:lstStyle/>
        <a:p>
          <a:endParaRPr lang="es-MX"/>
        </a:p>
      </dgm:t>
    </dgm:pt>
    <dgm:pt modelId="{44BDF6BE-CCFF-41F8-8E1F-149B2C66864C}" type="pres">
      <dgm:prSet presAssocID="{5D7B57A1-36CE-48B1-BE4C-B81AE423152E}" presName="linear" presStyleCnt="0">
        <dgm:presLayoutVars>
          <dgm:dir/>
          <dgm:animLvl val="lvl"/>
          <dgm:resizeHandles val="exact"/>
        </dgm:presLayoutVars>
      </dgm:prSet>
      <dgm:spPr/>
    </dgm:pt>
    <dgm:pt modelId="{CFECB26E-6086-4AF0-AAB3-08F34A58B5A1}" type="pres">
      <dgm:prSet presAssocID="{C0C0F88A-6ABC-4F8E-BB0B-0DBB8B4E7F1C}" presName="parentLin" presStyleCnt="0"/>
      <dgm:spPr/>
    </dgm:pt>
    <dgm:pt modelId="{DFDED7C1-8844-42CD-8F3A-7D38636A2CCE}" type="pres">
      <dgm:prSet presAssocID="{C0C0F88A-6ABC-4F8E-BB0B-0DBB8B4E7F1C}" presName="parentLeftMargin" presStyleLbl="node1" presStyleIdx="0" presStyleCnt="4"/>
      <dgm:spPr/>
    </dgm:pt>
    <dgm:pt modelId="{142CBF9B-DEDE-4C59-85E3-CBE17AD4F7BB}" type="pres">
      <dgm:prSet presAssocID="{C0C0F88A-6ABC-4F8E-BB0B-0DBB8B4E7F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CFD938-A5F8-463D-92AA-9222D8BB29C6}" type="pres">
      <dgm:prSet presAssocID="{C0C0F88A-6ABC-4F8E-BB0B-0DBB8B4E7F1C}" presName="negativeSpace" presStyleCnt="0"/>
      <dgm:spPr/>
    </dgm:pt>
    <dgm:pt modelId="{81FE0037-248F-4ADD-AF52-3C5D3AAA6092}" type="pres">
      <dgm:prSet presAssocID="{C0C0F88A-6ABC-4F8E-BB0B-0DBB8B4E7F1C}" presName="childText" presStyleLbl="conFgAcc1" presStyleIdx="0" presStyleCnt="4">
        <dgm:presLayoutVars>
          <dgm:bulletEnabled val="1"/>
        </dgm:presLayoutVars>
      </dgm:prSet>
      <dgm:spPr/>
    </dgm:pt>
    <dgm:pt modelId="{2AB04A01-181C-455E-AAE3-4362ED1F54F9}" type="pres">
      <dgm:prSet presAssocID="{A1C8BDB6-B772-4B76-9AA3-6D923E6969EE}" presName="spaceBetweenRectangles" presStyleCnt="0"/>
      <dgm:spPr/>
    </dgm:pt>
    <dgm:pt modelId="{A6C29F6A-8FB1-40EA-81D9-E35E73377600}" type="pres">
      <dgm:prSet presAssocID="{C08BB340-C6F4-40F0-81AB-A6C053DC3EDE}" presName="parentLin" presStyleCnt="0"/>
      <dgm:spPr/>
    </dgm:pt>
    <dgm:pt modelId="{3C9775EF-6295-44C5-8297-9754BD8B3005}" type="pres">
      <dgm:prSet presAssocID="{C08BB340-C6F4-40F0-81AB-A6C053DC3EDE}" presName="parentLeftMargin" presStyleLbl="node1" presStyleIdx="0" presStyleCnt="4"/>
      <dgm:spPr/>
    </dgm:pt>
    <dgm:pt modelId="{AA44DCD6-FA6A-4E3B-AE92-5E13B22A0C8B}" type="pres">
      <dgm:prSet presAssocID="{C08BB340-C6F4-40F0-81AB-A6C053DC3E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F89C92-0AC0-423B-9269-DCA0B7442B26}" type="pres">
      <dgm:prSet presAssocID="{C08BB340-C6F4-40F0-81AB-A6C053DC3EDE}" presName="negativeSpace" presStyleCnt="0"/>
      <dgm:spPr/>
    </dgm:pt>
    <dgm:pt modelId="{6D957E9D-09FD-4980-A09D-AC3F593B117D}" type="pres">
      <dgm:prSet presAssocID="{C08BB340-C6F4-40F0-81AB-A6C053DC3EDE}" presName="childText" presStyleLbl="conFgAcc1" presStyleIdx="1" presStyleCnt="4">
        <dgm:presLayoutVars>
          <dgm:bulletEnabled val="1"/>
        </dgm:presLayoutVars>
      </dgm:prSet>
      <dgm:spPr/>
    </dgm:pt>
    <dgm:pt modelId="{E21D0691-4DF9-4B61-BE35-D4E3BC849BA9}" type="pres">
      <dgm:prSet presAssocID="{371F8C98-A667-45C8-9CF5-580810B4485D}" presName="spaceBetweenRectangles" presStyleCnt="0"/>
      <dgm:spPr/>
    </dgm:pt>
    <dgm:pt modelId="{177E1EA1-0B33-4EA9-B2D2-14C97CC86484}" type="pres">
      <dgm:prSet presAssocID="{A51756C4-A8DA-4639-ABD8-6B15A9DD7567}" presName="parentLin" presStyleCnt="0"/>
      <dgm:spPr/>
    </dgm:pt>
    <dgm:pt modelId="{79EE10DB-C7E9-4146-80F8-6A879CC44CE4}" type="pres">
      <dgm:prSet presAssocID="{A51756C4-A8DA-4639-ABD8-6B15A9DD7567}" presName="parentLeftMargin" presStyleLbl="node1" presStyleIdx="1" presStyleCnt="4"/>
      <dgm:spPr/>
    </dgm:pt>
    <dgm:pt modelId="{78B57145-1CD2-437F-8CA6-488875B0AF5B}" type="pres">
      <dgm:prSet presAssocID="{A51756C4-A8DA-4639-ABD8-6B15A9DD75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BF0C0C-B7EC-4B1C-8FF7-85CD32274D3A}" type="pres">
      <dgm:prSet presAssocID="{A51756C4-A8DA-4639-ABD8-6B15A9DD7567}" presName="negativeSpace" presStyleCnt="0"/>
      <dgm:spPr/>
    </dgm:pt>
    <dgm:pt modelId="{3D7E8C18-35BA-46D0-B662-A224E09AF0C8}" type="pres">
      <dgm:prSet presAssocID="{A51756C4-A8DA-4639-ABD8-6B15A9DD7567}" presName="childText" presStyleLbl="conFgAcc1" presStyleIdx="2" presStyleCnt="4">
        <dgm:presLayoutVars>
          <dgm:bulletEnabled val="1"/>
        </dgm:presLayoutVars>
      </dgm:prSet>
      <dgm:spPr/>
    </dgm:pt>
    <dgm:pt modelId="{4C0755FD-0776-4F31-A9AC-610FCA46F8C5}" type="pres">
      <dgm:prSet presAssocID="{080FDB88-F671-43F1-965C-F89F922A6B2C}" presName="spaceBetweenRectangles" presStyleCnt="0"/>
      <dgm:spPr/>
    </dgm:pt>
    <dgm:pt modelId="{611AB586-B400-431D-9AF8-B7E8B9DBBB80}" type="pres">
      <dgm:prSet presAssocID="{A2F27F48-6590-42F1-A24B-6FC2301DA62B}" presName="parentLin" presStyleCnt="0"/>
      <dgm:spPr/>
    </dgm:pt>
    <dgm:pt modelId="{19BA3879-64C9-4A32-AB20-E9C9512FCEFE}" type="pres">
      <dgm:prSet presAssocID="{A2F27F48-6590-42F1-A24B-6FC2301DA62B}" presName="parentLeftMargin" presStyleLbl="node1" presStyleIdx="2" presStyleCnt="4"/>
      <dgm:spPr/>
    </dgm:pt>
    <dgm:pt modelId="{FA48E83E-9044-47AF-87FE-E761BF1A01A5}" type="pres">
      <dgm:prSet presAssocID="{A2F27F48-6590-42F1-A24B-6FC2301DA62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C48C1E8-514A-4E29-91E0-AE7943F7F960}" type="pres">
      <dgm:prSet presAssocID="{A2F27F48-6590-42F1-A24B-6FC2301DA62B}" presName="negativeSpace" presStyleCnt="0"/>
      <dgm:spPr/>
    </dgm:pt>
    <dgm:pt modelId="{9A709424-0367-4116-955E-54F8182C6A0A}" type="pres">
      <dgm:prSet presAssocID="{A2F27F48-6590-42F1-A24B-6FC2301DA62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08DE82F-3FE3-4D2A-91F1-B885BE098D84}" type="presOf" srcId="{A2F27F48-6590-42F1-A24B-6FC2301DA62B}" destId="{FA48E83E-9044-47AF-87FE-E761BF1A01A5}" srcOrd="1" destOrd="0" presId="urn:microsoft.com/office/officeart/2005/8/layout/list1"/>
    <dgm:cxn modelId="{C36BBE5C-7647-4EFB-B914-6328C5F455D4}" type="presOf" srcId="{C0C0F88A-6ABC-4F8E-BB0B-0DBB8B4E7F1C}" destId="{142CBF9B-DEDE-4C59-85E3-CBE17AD4F7BB}" srcOrd="1" destOrd="0" presId="urn:microsoft.com/office/officeart/2005/8/layout/list1"/>
    <dgm:cxn modelId="{1C91F95D-5B8B-4B6E-9EE0-2F565A81B573}" srcId="{5D7B57A1-36CE-48B1-BE4C-B81AE423152E}" destId="{C08BB340-C6F4-40F0-81AB-A6C053DC3EDE}" srcOrd="1" destOrd="0" parTransId="{58720737-6531-4FA4-83F4-BF4B0808D03B}" sibTransId="{371F8C98-A667-45C8-9CF5-580810B4485D}"/>
    <dgm:cxn modelId="{909E2471-D798-4950-A14F-294B4D00CD96}" type="presOf" srcId="{C08BB340-C6F4-40F0-81AB-A6C053DC3EDE}" destId="{AA44DCD6-FA6A-4E3B-AE92-5E13B22A0C8B}" srcOrd="1" destOrd="0" presId="urn:microsoft.com/office/officeart/2005/8/layout/list1"/>
    <dgm:cxn modelId="{87D66956-E037-4741-98CB-191FF65B3AD1}" type="presOf" srcId="{A2F27F48-6590-42F1-A24B-6FC2301DA62B}" destId="{19BA3879-64C9-4A32-AB20-E9C9512FCEFE}" srcOrd="0" destOrd="0" presId="urn:microsoft.com/office/officeart/2005/8/layout/list1"/>
    <dgm:cxn modelId="{B436298F-8B40-477A-87CA-611E895BD6F6}" type="presOf" srcId="{A51756C4-A8DA-4639-ABD8-6B15A9DD7567}" destId="{78B57145-1CD2-437F-8CA6-488875B0AF5B}" srcOrd="1" destOrd="0" presId="urn:microsoft.com/office/officeart/2005/8/layout/list1"/>
    <dgm:cxn modelId="{21DB57A7-F03D-4CEB-849B-790EE6C37C1D}" type="presOf" srcId="{C0C0F88A-6ABC-4F8E-BB0B-0DBB8B4E7F1C}" destId="{DFDED7C1-8844-42CD-8F3A-7D38636A2CCE}" srcOrd="0" destOrd="0" presId="urn:microsoft.com/office/officeart/2005/8/layout/list1"/>
    <dgm:cxn modelId="{807B6EBF-B370-41EA-8BF8-E902F3D7EF8F}" srcId="{5D7B57A1-36CE-48B1-BE4C-B81AE423152E}" destId="{C0C0F88A-6ABC-4F8E-BB0B-0DBB8B4E7F1C}" srcOrd="0" destOrd="0" parTransId="{60DA15B3-469A-4F42-A4CA-3038C53D2368}" sibTransId="{A1C8BDB6-B772-4B76-9AA3-6D923E6969EE}"/>
    <dgm:cxn modelId="{9DC49AD1-2C6A-4D8B-A867-CF532313B93B}" type="presOf" srcId="{A51756C4-A8DA-4639-ABD8-6B15A9DD7567}" destId="{79EE10DB-C7E9-4146-80F8-6A879CC44CE4}" srcOrd="0" destOrd="0" presId="urn:microsoft.com/office/officeart/2005/8/layout/list1"/>
    <dgm:cxn modelId="{43B661DE-1922-4392-85F6-F29C8320931E}" srcId="{5D7B57A1-36CE-48B1-BE4C-B81AE423152E}" destId="{A2F27F48-6590-42F1-A24B-6FC2301DA62B}" srcOrd="3" destOrd="0" parTransId="{F11F49F1-900B-4261-AD5D-ADF4CE081F87}" sibTransId="{3B6EAC11-A6B7-4CB8-B3E9-CA8035BDC17B}"/>
    <dgm:cxn modelId="{D1A9F7DF-1F1A-4531-BC79-0AAC6B5ABF85}" type="presOf" srcId="{5D7B57A1-36CE-48B1-BE4C-B81AE423152E}" destId="{44BDF6BE-CCFF-41F8-8E1F-149B2C66864C}" srcOrd="0" destOrd="0" presId="urn:microsoft.com/office/officeart/2005/8/layout/list1"/>
    <dgm:cxn modelId="{4C7083E7-5C3A-478A-A490-57ED4C357FE3}" srcId="{5D7B57A1-36CE-48B1-BE4C-B81AE423152E}" destId="{A51756C4-A8DA-4639-ABD8-6B15A9DD7567}" srcOrd="2" destOrd="0" parTransId="{49F62C51-8006-47A7-A917-25E6E65A7E3E}" sibTransId="{080FDB88-F671-43F1-965C-F89F922A6B2C}"/>
    <dgm:cxn modelId="{B140A1FB-0383-45E1-9B1E-90C02E2E425F}" type="presOf" srcId="{C08BB340-C6F4-40F0-81AB-A6C053DC3EDE}" destId="{3C9775EF-6295-44C5-8297-9754BD8B3005}" srcOrd="0" destOrd="0" presId="urn:microsoft.com/office/officeart/2005/8/layout/list1"/>
    <dgm:cxn modelId="{2FE61FE0-0D27-4124-8697-D5AD9783C067}" type="presParOf" srcId="{44BDF6BE-CCFF-41F8-8E1F-149B2C66864C}" destId="{CFECB26E-6086-4AF0-AAB3-08F34A58B5A1}" srcOrd="0" destOrd="0" presId="urn:microsoft.com/office/officeart/2005/8/layout/list1"/>
    <dgm:cxn modelId="{099E57CE-2719-4561-86E1-ACADAD182E0E}" type="presParOf" srcId="{CFECB26E-6086-4AF0-AAB3-08F34A58B5A1}" destId="{DFDED7C1-8844-42CD-8F3A-7D38636A2CCE}" srcOrd="0" destOrd="0" presId="urn:microsoft.com/office/officeart/2005/8/layout/list1"/>
    <dgm:cxn modelId="{95C97E8F-37EE-4DD4-88A3-0D948BC62151}" type="presParOf" srcId="{CFECB26E-6086-4AF0-AAB3-08F34A58B5A1}" destId="{142CBF9B-DEDE-4C59-85E3-CBE17AD4F7BB}" srcOrd="1" destOrd="0" presId="urn:microsoft.com/office/officeart/2005/8/layout/list1"/>
    <dgm:cxn modelId="{622E3179-8580-4ECB-B86E-F133A348FA13}" type="presParOf" srcId="{44BDF6BE-CCFF-41F8-8E1F-149B2C66864C}" destId="{D5CFD938-A5F8-463D-92AA-9222D8BB29C6}" srcOrd="1" destOrd="0" presId="urn:microsoft.com/office/officeart/2005/8/layout/list1"/>
    <dgm:cxn modelId="{46AB2624-7402-430F-86E3-FAFD7CDF5758}" type="presParOf" srcId="{44BDF6BE-CCFF-41F8-8E1F-149B2C66864C}" destId="{81FE0037-248F-4ADD-AF52-3C5D3AAA6092}" srcOrd="2" destOrd="0" presId="urn:microsoft.com/office/officeart/2005/8/layout/list1"/>
    <dgm:cxn modelId="{E7265E98-7A91-4522-9E1F-E3F17D255540}" type="presParOf" srcId="{44BDF6BE-CCFF-41F8-8E1F-149B2C66864C}" destId="{2AB04A01-181C-455E-AAE3-4362ED1F54F9}" srcOrd="3" destOrd="0" presId="urn:microsoft.com/office/officeart/2005/8/layout/list1"/>
    <dgm:cxn modelId="{9562C4CB-8AF7-4311-B48D-8A82D3E721E3}" type="presParOf" srcId="{44BDF6BE-CCFF-41F8-8E1F-149B2C66864C}" destId="{A6C29F6A-8FB1-40EA-81D9-E35E73377600}" srcOrd="4" destOrd="0" presId="urn:microsoft.com/office/officeart/2005/8/layout/list1"/>
    <dgm:cxn modelId="{D311222D-6CBA-47ED-9B5E-FFB05D7DEA31}" type="presParOf" srcId="{A6C29F6A-8FB1-40EA-81D9-E35E73377600}" destId="{3C9775EF-6295-44C5-8297-9754BD8B3005}" srcOrd="0" destOrd="0" presId="urn:microsoft.com/office/officeart/2005/8/layout/list1"/>
    <dgm:cxn modelId="{9564F118-A559-4778-8142-461D7B8067D9}" type="presParOf" srcId="{A6C29F6A-8FB1-40EA-81D9-E35E73377600}" destId="{AA44DCD6-FA6A-4E3B-AE92-5E13B22A0C8B}" srcOrd="1" destOrd="0" presId="urn:microsoft.com/office/officeart/2005/8/layout/list1"/>
    <dgm:cxn modelId="{053A4F0C-F725-4A22-8C2C-C56628C2FEEF}" type="presParOf" srcId="{44BDF6BE-CCFF-41F8-8E1F-149B2C66864C}" destId="{87F89C92-0AC0-423B-9269-DCA0B7442B26}" srcOrd="5" destOrd="0" presId="urn:microsoft.com/office/officeart/2005/8/layout/list1"/>
    <dgm:cxn modelId="{13ACFF03-DB65-4E00-8BBD-C1D1F46EA586}" type="presParOf" srcId="{44BDF6BE-CCFF-41F8-8E1F-149B2C66864C}" destId="{6D957E9D-09FD-4980-A09D-AC3F593B117D}" srcOrd="6" destOrd="0" presId="urn:microsoft.com/office/officeart/2005/8/layout/list1"/>
    <dgm:cxn modelId="{EECFA766-4833-4F74-BB2E-57401778B1E3}" type="presParOf" srcId="{44BDF6BE-CCFF-41F8-8E1F-149B2C66864C}" destId="{E21D0691-4DF9-4B61-BE35-D4E3BC849BA9}" srcOrd="7" destOrd="0" presId="urn:microsoft.com/office/officeart/2005/8/layout/list1"/>
    <dgm:cxn modelId="{E498782E-1F89-4E62-8925-DC64D0E1092D}" type="presParOf" srcId="{44BDF6BE-CCFF-41F8-8E1F-149B2C66864C}" destId="{177E1EA1-0B33-4EA9-B2D2-14C97CC86484}" srcOrd="8" destOrd="0" presId="urn:microsoft.com/office/officeart/2005/8/layout/list1"/>
    <dgm:cxn modelId="{8AC7E9AD-042A-4E00-9072-46512ECAC5EB}" type="presParOf" srcId="{177E1EA1-0B33-4EA9-B2D2-14C97CC86484}" destId="{79EE10DB-C7E9-4146-80F8-6A879CC44CE4}" srcOrd="0" destOrd="0" presId="urn:microsoft.com/office/officeart/2005/8/layout/list1"/>
    <dgm:cxn modelId="{1B1C299F-7557-4C88-B8FA-802C91A30EF1}" type="presParOf" srcId="{177E1EA1-0B33-4EA9-B2D2-14C97CC86484}" destId="{78B57145-1CD2-437F-8CA6-488875B0AF5B}" srcOrd="1" destOrd="0" presId="urn:microsoft.com/office/officeart/2005/8/layout/list1"/>
    <dgm:cxn modelId="{5560295D-BE73-4BC1-8B6B-E4F15F0A4A4B}" type="presParOf" srcId="{44BDF6BE-CCFF-41F8-8E1F-149B2C66864C}" destId="{B4BF0C0C-B7EC-4B1C-8FF7-85CD32274D3A}" srcOrd="9" destOrd="0" presId="urn:microsoft.com/office/officeart/2005/8/layout/list1"/>
    <dgm:cxn modelId="{16879115-41F8-4065-8937-9A5843B46471}" type="presParOf" srcId="{44BDF6BE-CCFF-41F8-8E1F-149B2C66864C}" destId="{3D7E8C18-35BA-46D0-B662-A224E09AF0C8}" srcOrd="10" destOrd="0" presId="urn:microsoft.com/office/officeart/2005/8/layout/list1"/>
    <dgm:cxn modelId="{38B606B3-97E4-438F-B4F5-9FEB065AC432}" type="presParOf" srcId="{44BDF6BE-CCFF-41F8-8E1F-149B2C66864C}" destId="{4C0755FD-0776-4F31-A9AC-610FCA46F8C5}" srcOrd="11" destOrd="0" presId="urn:microsoft.com/office/officeart/2005/8/layout/list1"/>
    <dgm:cxn modelId="{893140A0-34F1-408D-88BD-99C0FEB4EE01}" type="presParOf" srcId="{44BDF6BE-CCFF-41F8-8E1F-149B2C66864C}" destId="{611AB586-B400-431D-9AF8-B7E8B9DBBB80}" srcOrd="12" destOrd="0" presId="urn:microsoft.com/office/officeart/2005/8/layout/list1"/>
    <dgm:cxn modelId="{49D177AD-ADD9-4EE4-B8AD-AC7D5AFC7055}" type="presParOf" srcId="{611AB586-B400-431D-9AF8-B7E8B9DBBB80}" destId="{19BA3879-64C9-4A32-AB20-E9C9512FCEFE}" srcOrd="0" destOrd="0" presId="urn:microsoft.com/office/officeart/2005/8/layout/list1"/>
    <dgm:cxn modelId="{22CB99CD-2963-473B-BC4C-F41CC5225A7A}" type="presParOf" srcId="{611AB586-B400-431D-9AF8-B7E8B9DBBB80}" destId="{FA48E83E-9044-47AF-87FE-E761BF1A01A5}" srcOrd="1" destOrd="0" presId="urn:microsoft.com/office/officeart/2005/8/layout/list1"/>
    <dgm:cxn modelId="{E5F987C4-57B0-4342-824E-FF365148876E}" type="presParOf" srcId="{44BDF6BE-CCFF-41F8-8E1F-149B2C66864C}" destId="{4C48C1E8-514A-4E29-91E0-AE7943F7F960}" srcOrd="13" destOrd="0" presId="urn:microsoft.com/office/officeart/2005/8/layout/list1"/>
    <dgm:cxn modelId="{C89EBCEA-C4B4-4836-B588-3D5F055875C5}" type="presParOf" srcId="{44BDF6BE-CCFF-41F8-8E1F-149B2C66864C}" destId="{9A709424-0367-4116-955E-54F8182C6A0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05/8/layout/vProcess5" loCatId="process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s-CL"/>
        </a:p>
      </dgm:t>
    </dgm:pt>
    <dgm:pt modelId="{9BBD8CD4-CA7F-4031-BF45-D978CCF62263}">
      <dgm:prSet phldrT="[Texto]"/>
      <dgm:spPr/>
      <dgm:t>
        <a:bodyPr/>
        <a:lstStyle/>
        <a:p>
          <a:pPr>
            <a:buNone/>
          </a:pPr>
          <a:r>
            <a:rPr lang="es-ES" b="1" dirty="0"/>
            <a:t>Mantenimientos:</a:t>
          </a:r>
          <a:r>
            <a:rPr lang="es-ES" dirty="0"/>
            <a:t> Completados según planificación Gantt.</a:t>
          </a:r>
          <a:endParaRPr lang="es-CL" dirty="0"/>
        </a:p>
      </dgm:t>
    </dgm:pt>
    <dgm:pt modelId="{EF2DADC0-B336-4B85-9271-5F2FB8B541FE}" type="parTrans" cxnId="{E5C2FF02-46EB-493D-8DC8-8A66B0817E20}">
      <dgm:prSet/>
      <dgm:spPr/>
      <dgm:t>
        <a:bodyPr/>
        <a:lstStyle/>
        <a:p>
          <a:endParaRPr lang="es-CL"/>
        </a:p>
      </dgm:t>
    </dgm:pt>
    <dgm:pt modelId="{E5BA3D37-4F3E-4082-9809-4F0259424282}" type="sibTrans" cxnId="{E5C2FF02-46EB-493D-8DC8-8A66B0817E20}">
      <dgm:prSet/>
      <dgm:spPr/>
      <dgm:t>
        <a:bodyPr/>
        <a:lstStyle/>
        <a:p>
          <a:endParaRPr lang="es-CL"/>
        </a:p>
      </dgm:t>
    </dgm:pt>
    <dgm:pt modelId="{CC1937E8-C148-4F06-BBF2-C1C1F5ED8B02}">
      <dgm:prSet phldrT="[Texto]"/>
      <dgm:spPr/>
      <dgm:t>
        <a:bodyPr/>
        <a:lstStyle/>
        <a:p>
          <a:pPr>
            <a:buNone/>
          </a:pPr>
          <a:r>
            <a:rPr lang="es-CL" b="1" dirty="0"/>
            <a:t>Generadores:</a:t>
          </a:r>
          <a:r>
            <a:rPr lang="es-CL" dirty="0"/>
            <a:t> Operativos y dentro de rangos normales.</a:t>
          </a:r>
        </a:p>
      </dgm:t>
    </dgm:pt>
    <dgm:pt modelId="{0D375A2F-53E7-4893-B67A-D92AF9CAF72D}" type="parTrans" cxnId="{C071B38B-EE4C-4206-9D9B-3A5A4FB4329A}">
      <dgm:prSet/>
      <dgm:spPr/>
      <dgm:t>
        <a:bodyPr/>
        <a:lstStyle/>
        <a:p>
          <a:endParaRPr lang="es-CL"/>
        </a:p>
      </dgm:t>
    </dgm:pt>
    <dgm:pt modelId="{243FC944-85DF-4C72-AFE9-299FE37CCEEE}" type="sibTrans" cxnId="{C071B38B-EE4C-4206-9D9B-3A5A4FB4329A}">
      <dgm:prSet/>
      <dgm:spPr/>
      <dgm:t>
        <a:bodyPr/>
        <a:lstStyle/>
        <a:p>
          <a:endParaRPr lang="es-CL"/>
        </a:p>
      </dgm:t>
    </dgm:pt>
    <dgm:pt modelId="{D782B8B3-53AA-4752-BAED-2FC1F8E1FA5A}">
      <dgm:prSet phldrT="[Texto]"/>
      <dgm:spPr/>
      <dgm:t>
        <a:bodyPr/>
        <a:lstStyle/>
        <a:p>
          <a:pPr>
            <a:buNone/>
          </a:pPr>
          <a:r>
            <a:rPr lang="es-ES" b="1" dirty="0"/>
            <a:t>CPE:</a:t>
          </a:r>
          <a:r>
            <a:rPr lang="es-ES" dirty="0"/>
            <a:t> Cambio antena CPE Pala 204</a:t>
          </a:r>
          <a:endParaRPr lang="es-CL" dirty="0"/>
        </a:p>
      </dgm:t>
    </dgm:pt>
    <dgm:pt modelId="{03A318DB-AE37-4779-9B22-EC3C0343139F}" type="parTrans" cxnId="{693246E6-8B7F-4534-80BF-26F4240F7773}">
      <dgm:prSet/>
      <dgm:spPr/>
      <dgm:t>
        <a:bodyPr/>
        <a:lstStyle/>
        <a:p>
          <a:endParaRPr lang="es-CL"/>
        </a:p>
      </dgm:t>
    </dgm:pt>
    <dgm:pt modelId="{3A4AA077-7660-4C8C-BE99-EF9EEDCD537B}" type="sibTrans" cxnId="{693246E6-8B7F-4534-80BF-26F4240F7773}">
      <dgm:prSet/>
      <dgm:spPr/>
      <dgm:t>
        <a:bodyPr/>
        <a:lstStyle/>
        <a:p>
          <a:endParaRPr lang="es-CL"/>
        </a:p>
      </dgm:t>
    </dgm:pt>
    <dgm:pt modelId="{B255A6F6-D8ED-4F12-99C1-053CFEF7994D}">
      <dgm:prSet phldrT="[Texto]"/>
      <dgm:spPr/>
      <dgm:t>
        <a:bodyPr/>
        <a:lstStyle/>
        <a:p>
          <a:pPr>
            <a:buNone/>
          </a:pPr>
          <a:r>
            <a:rPr lang="es-ES" b="1" dirty="0"/>
            <a:t>Desinstalaciones:</a:t>
          </a:r>
          <a:r>
            <a:rPr lang="es-ES" dirty="0"/>
            <a:t> Completa. Queda pendiente la fecha de baja de pala 202, sujeta a operatividad</a:t>
          </a:r>
          <a:endParaRPr lang="es-CL" dirty="0"/>
        </a:p>
      </dgm:t>
    </dgm:pt>
    <dgm:pt modelId="{A8C7FACD-4A44-4FE8-A8EB-6EFEB77CDD3F}" type="parTrans" cxnId="{199DBC8B-F71E-4181-AC82-F5BA2AEF1FFC}">
      <dgm:prSet/>
      <dgm:spPr/>
      <dgm:t>
        <a:bodyPr/>
        <a:lstStyle/>
        <a:p>
          <a:endParaRPr lang="es-CL"/>
        </a:p>
      </dgm:t>
    </dgm:pt>
    <dgm:pt modelId="{B5ED29BC-F5F5-4EB4-9781-DDEA001C5CF2}" type="sibTrans" cxnId="{199DBC8B-F71E-4181-AC82-F5BA2AEF1FFC}">
      <dgm:prSet/>
      <dgm:spPr/>
      <dgm:t>
        <a:bodyPr/>
        <a:lstStyle/>
        <a:p>
          <a:endParaRPr lang="es-CL"/>
        </a:p>
      </dgm:t>
    </dgm:pt>
    <dgm:pt modelId="{BC299151-4994-4EBB-902A-CE46C951BF4B}" type="pres">
      <dgm:prSet presAssocID="{2270A484-61A8-45C2-9422-F85A0DFDFB62}" presName="outerComposite" presStyleCnt="0">
        <dgm:presLayoutVars>
          <dgm:chMax val="5"/>
          <dgm:dir/>
          <dgm:resizeHandles val="exact"/>
        </dgm:presLayoutVars>
      </dgm:prSet>
      <dgm:spPr/>
    </dgm:pt>
    <dgm:pt modelId="{35C8B230-0CCF-40D3-B042-AE82DCE9D3D4}" type="pres">
      <dgm:prSet presAssocID="{2270A484-61A8-45C2-9422-F85A0DFDFB62}" presName="dummyMaxCanvas" presStyleCnt="0">
        <dgm:presLayoutVars/>
      </dgm:prSet>
      <dgm:spPr/>
    </dgm:pt>
    <dgm:pt modelId="{22550020-7A11-4770-B70E-8E51BC6F65F6}" type="pres">
      <dgm:prSet presAssocID="{2270A484-61A8-45C2-9422-F85A0DFDFB62}" presName="FourNodes_1" presStyleLbl="node1" presStyleIdx="0" presStyleCnt="4">
        <dgm:presLayoutVars>
          <dgm:bulletEnabled val="1"/>
        </dgm:presLayoutVars>
      </dgm:prSet>
      <dgm:spPr/>
    </dgm:pt>
    <dgm:pt modelId="{F093AABA-A649-418F-AFBB-2FDBF96BDBB6}" type="pres">
      <dgm:prSet presAssocID="{2270A484-61A8-45C2-9422-F85A0DFDFB62}" presName="FourNodes_2" presStyleLbl="node1" presStyleIdx="1" presStyleCnt="4">
        <dgm:presLayoutVars>
          <dgm:bulletEnabled val="1"/>
        </dgm:presLayoutVars>
      </dgm:prSet>
      <dgm:spPr/>
    </dgm:pt>
    <dgm:pt modelId="{E20EA0EE-DAFC-462E-8D25-0F2F6334F390}" type="pres">
      <dgm:prSet presAssocID="{2270A484-61A8-45C2-9422-F85A0DFDFB62}" presName="FourNodes_3" presStyleLbl="node1" presStyleIdx="2" presStyleCnt="4">
        <dgm:presLayoutVars>
          <dgm:bulletEnabled val="1"/>
        </dgm:presLayoutVars>
      </dgm:prSet>
      <dgm:spPr/>
    </dgm:pt>
    <dgm:pt modelId="{3D93A225-1C56-42CF-8E39-70BF8AD40DA9}" type="pres">
      <dgm:prSet presAssocID="{2270A484-61A8-45C2-9422-F85A0DFDFB62}" presName="FourNodes_4" presStyleLbl="node1" presStyleIdx="3" presStyleCnt="4">
        <dgm:presLayoutVars>
          <dgm:bulletEnabled val="1"/>
        </dgm:presLayoutVars>
      </dgm:prSet>
      <dgm:spPr/>
    </dgm:pt>
    <dgm:pt modelId="{38DEF359-2CCF-423B-B35E-151E3786C937}" type="pres">
      <dgm:prSet presAssocID="{2270A484-61A8-45C2-9422-F85A0DFDFB62}" presName="FourConn_1-2" presStyleLbl="fgAccFollowNode1" presStyleIdx="0" presStyleCnt="3">
        <dgm:presLayoutVars>
          <dgm:bulletEnabled val="1"/>
        </dgm:presLayoutVars>
      </dgm:prSet>
      <dgm:spPr/>
    </dgm:pt>
    <dgm:pt modelId="{2927D983-BC1A-4D4C-ABA2-0ACA33E7A540}" type="pres">
      <dgm:prSet presAssocID="{2270A484-61A8-45C2-9422-F85A0DFDFB62}" presName="FourConn_2-3" presStyleLbl="fgAccFollowNode1" presStyleIdx="1" presStyleCnt="3">
        <dgm:presLayoutVars>
          <dgm:bulletEnabled val="1"/>
        </dgm:presLayoutVars>
      </dgm:prSet>
      <dgm:spPr/>
    </dgm:pt>
    <dgm:pt modelId="{FC91A6FB-D7F9-4A4F-8E53-A732D5F846FB}" type="pres">
      <dgm:prSet presAssocID="{2270A484-61A8-45C2-9422-F85A0DFDFB62}" presName="FourConn_3-4" presStyleLbl="fgAccFollowNode1" presStyleIdx="2" presStyleCnt="3">
        <dgm:presLayoutVars>
          <dgm:bulletEnabled val="1"/>
        </dgm:presLayoutVars>
      </dgm:prSet>
      <dgm:spPr/>
    </dgm:pt>
    <dgm:pt modelId="{3C9168FE-8930-4E94-BFCC-ED7518EC09B1}" type="pres">
      <dgm:prSet presAssocID="{2270A484-61A8-45C2-9422-F85A0DFDFB62}" presName="FourNodes_1_text" presStyleLbl="node1" presStyleIdx="3" presStyleCnt="4">
        <dgm:presLayoutVars>
          <dgm:bulletEnabled val="1"/>
        </dgm:presLayoutVars>
      </dgm:prSet>
      <dgm:spPr/>
    </dgm:pt>
    <dgm:pt modelId="{A1B2F24F-B3DD-48B9-9BFF-AC51807A782A}" type="pres">
      <dgm:prSet presAssocID="{2270A484-61A8-45C2-9422-F85A0DFDFB62}" presName="FourNodes_2_text" presStyleLbl="node1" presStyleIdx="3" presStyleCnt="4">
        <dgm:presLayoutVars>
          <dgm:bulletEnabled val="1"/>
        </dgm:presLayoutVars>
      </dgm:prSet>
      <dgm:spPr/>
    </dgm:pt>
    <dgm:pt modelId="{6870BCC6-D9D6-4012-8B8C-F96D2BEA0A53}" type="pres">
      <dgm:prSet presAssocID="{2270A484-61A8-45C2-9422-F85A0DFDFB62}" presName="FourNodes_3_text" presStyleLbl="node1" presStyleIdx="3" presStyleCnt="4">
        <dgm:presLayoutVars>
          <dgm:bulletEnabled val="1"/>
        </dgm:presLayoutVars>
      </dgm:prSet>
      <dgm:spPr/>
    </dgm:pt>
    <dgm:pt modelId="{7B9658E6-5520-4D38-8CF9-8301E9E02FCC}" type="pres">
      <dgm:prSet presAssocID="{2270A484-61A8-45C2-9422-F85A0DFDFB6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5C2FF02-46EB-493D-8DC8-8A66B0817E20}" srcId="{2270A484-61A8-45C2-9422-F85A0DFDFB62}" destId="{9BBD8CD4-CA7F-4031-BF45-D978CCF62263}" srcOrd="0" destOrd="0" parTransId="{EF2DADC0-B336-4B85-9271-5F2FB8B541FE}" sibTransId="{E5BA3D37-4F3E-4082-9809-4F0259424282}"/>
    <dgm:cxn modelId="{075C1944-B876-4943-8810-C23F4FCE670B}" type="presOf" srcId="{9BBD8CD4-CA7F-4031-BF45-D978CCF62263}" destId="{22550020-7A11-4770-B70E-8E51BC6F65F6}" srcOrd="0" destOrd="0" presId="urn:microsoft.com/office/officeart/2005/8/layout/vProcess5"/>
    <dgm:cxn modelId="{05FE7E65-7987-4ECB-8023-DF3C12D375DC}" type="presOf" srcId="{D782B8B3-53AA-4752-BAED-2FC1F8E1FA5A}" destId="{6870BCC6-D9D6-4012-8B8C-F96D2BEA0A53}" srcOrd="1" destOrd="0" presId="urn:microsoft.com/office/officeart/2005/8/layout/vProcess5"/>
    <dgm:cxn modelId="{237B664F-7072-4BE9-860A-90F35F6D736B}" type="presOf" srcId="{9BBD8CD4-CA7F-4031-BF45-D978CCF62263}" destId="{3C9168FE-8930-4E94-BFCC-ED7518EC09B1}" srcOrd="1" destOrd="0" presId="urn:microsoft.com/office/officeart/2005/8/layout/vProcess5"/>
    <dgm:cxn modelId="{BFB1DC56-61F9-4AB9-AF99-BCD74D46591F}" type="presOf" srcId="{3A4AA077-7660-4C8C-BE99-EF9EEDCD537B}" destId="{FC91A6FB-D7F9-4A4F-8E53-A732D5F846FB}" srcOrd="0" destOrd="0" presId="urn:microsoft.com/office/officeart/2005/8/layout/vProcess5"/>
    <dgm:cxn modelId="{612E3278-101A-431A-9CBA-D5281A062408}" type="presOf" srcId="{243FC944-85DF-4C72-AFE9-299FE37CCEEE}" destId="{2927D983-BC1A-4D4C-ABA2-0ACA33E7A540}" srcOrd="0" destOrd="0" presId="urn:microsoft.com/office/officeart/2005/8/layout/vProcess5"/>
    <dgm:cxn modelId="{C071B38B-EE4C-4206-9D9B-3A5A4FB4329A}" srcId="{2270A484-61A8-45C2-9422-F85A0DFDFB62}" destId="{CC1937E8-C148-4F06-BBF2-C1C1F5ED8B02}" srcOrd="1" destOrd="0" parTransId="{0D375A2F-53E7-4893-B67A-D92AF9CAF72D}" sibTransId="{243FC944-85DF-4C72-AFE9-299FE37CCEEE}"/>
    <dgm:cxn modelId="{199DBC8B-F71E-4181-AC82-F5BA2AEF1FFC}" srcId="{2270A484-61A8-45C2-9422-F85A0DFDFB62}" destId="{B255A6F6-D8ED-4F12-99C1-053CFEF7994D}" srcOrd="3" destOrd="0" parTransId="{A8C7FACD-4A44-4FE8-A8EB-6EFEB77CDD3F}" sibTransId="{B5ED29BC-F5F5-4EB4-9781-DDEA001C5CF2}"/>
    <dgm:cxn modelId="{0B18D69D-D0EE-4D59-9887-BF2EC7193455}" type="presOf" srcId="{CC1937E8-C148-4F06-BBF2-C1C1F5ED8B02}" destId="{F093AABA-A649-418F-AFBB-2FDBF96BDBB6}" srcOrd="0" destOrd="0" presId="urn:microsoft.com/office/officeart/2005/8/layout/vProcess5"/>
    <dgm:cxn modelId="{E474FAB2-6C56-4DAC-B4C9-21E3E2C91591}" type="presOf" srcId="{2270A484-61A8-45C2-9422-F85A0DFDFB62}" destId="{BC299151-4994-4EBB-902A-CE46C951BF4B}" srcOrd="0" destOrd="0" presId="urn:microsoft.com/office/officeart/2005/8/layout/vProcess5"/>
    <dgm:cxn modelId="{7E6064C3-52D1-4A9B-A2EA-3CB74D5BCED1}" type="presOf" srcId="{E5BA3D37-4F3E-4082-9809-4F0259424282}" destId="{38DEF359-2CCF-423B-B35E-151E3786C937}" srcOrd="0" destOrd="0" presId="urn:microsoft.com/office/officeart/2005/8/layout/vProcess5"/>
    <dgm:cxn modelId="{5421F0D2-1ABE-4108-8DE5-87B2362EAE2A}" type="presOf" srcId="{B255A6F6-D8ED-4F12-99C1-053CFEF7994D}" destId="{3D93A225-1C56-42CF-8E39-70BF8AD40DA9}" srcOrd="0" destOrd="0" presId="urn:microsoft.com/office/officeart/2005/8/layout/vProcess5"/>
    <dgm:cxn modelId="{714B00E6-C7FA-4C77-A749-E242E40B268F}" type="presOf" srcId="{D782B8B3-53AA-4752-BAED-2FC1F8E1FA5A}" destId="{E20EA0EE-DAFC-462E-8D25-0F2F6334F390}" srcOrd="0" destOrd="0" presId="urn:microsoft.com/office/officeart/2005/8/layout/vProcess5"/>
    <dgm:cxn modelId="{693246E6-8B7F-4534-80BF-26F4240F7773}" srcId="{2270A484-61A8-45C2-9422-F85A0DFDFB62}" destId="{D782B8B3-53AA-4752-BAED-2FC1F8E1FA5A}" srcOrd="2" destOrd="0" parTransId="{03A318DB-AE37-4779-9B22-EC3C0343139F}" sibTransId="{3A4AA077-7660-4C8C-BE99-EF9EEDCD537B}"/>
    <dgm:cxn modelId="{368BDEEA-420F-4284-A650-20F6E9909938}" type="presOf" srcId="{B255A6F6-D8ED-4F12-99C1-053CFEF7994D}" destId="{7B9658E6-5520-4D38-8CF9-8301E9E02FCC}" srcOrd="1" destOrd="0" presId="urn:microsoft.com/office/officeart/2005/8/layout/vProcess5"/>
    <dgm:cxn modelId="{88484BF2-E40B-4D89-B894-71DD8BEFA8E1}" type="presOf" srcId="{CC1937E8-C148-4F06-BBF2-C1C1F5ED8B02}" destId="{A1B2F24F-B3DD-48B9-9BFF-AC51807A782A}" srcOrd="1" destOrd="0" presId="urn:microsoft.com/office/officeart/2005/8/layout/vProcess5"/>
    <dgm:cxn modelId="{73C70F89-D049-4B1E-80B9-69919718A15C}" type="presParOf" srcId="{BC299151-4994-4EBB-902A-CE46C951BF4B}" destId="{35C8B230-0CCF-40D3-B042-AE82DCE9D3D4}" srcOrd="0" destOrd="0" presId="urn:microsoft.com/office/officeart/2005/8/layout/vProcess5"/>
    <dgm:cxn modelId="{6DF8F6D0-F92F-45C4-B2E5-D771E9847840}" type="presParOf" srcId="{BC299151-4994-4EBB-902A-CE46C951BF4B}" destId="{22550020-7A11-4770-B70E-8E51BC6F65F6}" srcOrd="1" destOrd="0" presId="urn:microsoft.com/office/officeart/2005/8/layout/vProcess5"/>
    <dgm:cxn modelId="{BFAD44C7-5DB6-4488-8BD1-87B101AC62E4}" type="presParOf" srcId="{BC299151-4994-4EBB-902A-CE46C951BF4B}" destId="{F093AABA-A649-418F-AFBB-2FDBF96BDBB6}" srcOrd="2" destOrd="0" presId="urn:microsoft.com/office/officeart/2005/8/layout/vProcess5"/>
    <dgm:cxn modelId="{EDC54EB2-00B7-42AF-B105-3424675196E4}" type="presParOf" srcId="{BC299151-4994-4EBB-902A-CE46C951BF4B}" destId="{E20EA0EE-DAFC-462E-8D25-0F2F6334F390}" srcOrd="3" destOrd="0" presId="urn:microsoft.com/office/officeart/2005/8/layout/vProcess5"/>
    <dgm:cxn modelId="{95336D47-023A-4AA5-87BC-6F1C254604C0}" type="presParOf" srcId="{BC299151-4994-4EBB-902A-CE46C951BF4B}" destId="{3D93A225-1C56-42CF-8E39-70BF8AD40DA9}" srcOrd="4" destOrd="0" presId="urn:microsoft.com/office/officeart/2005/8/layout/vProcess5"/>
    <dgm:cxn modelId="{5D662AE6-952E-4971-9ED1-C7CB5D542D36}" type="presParOf" srcId="{BC299151-4994-4EBB-902A-CE46C951BF4B}" destId="{38DEF359-2CCF-423B-B35E-151E3786C937}" srcOrd="5" destOrd="0" presId="urn:microsoft.com/office/officeart/2005/8/layout/vProcess5"/>
    <dgm:cxn modelId="{B7EC7B14-6ED5-4FC2-BB9C-FAAB11A4D2BC}" type="presParOf" srcId="{BC299151-4994-4EBB-902A-CE46C951BF4B}" destId="{2927D983-BC1A-4D4C-ABA2-0ACA33E7A540}" srcOrd="6" destOrd="0" presId="urn:microsoft.com/office/officeart/2005/8/layout/vProcess5"/>
    <dgm:cxn modelId="{785CDE95-643B-44D2-8BF9-D86DB45F41D5}" type="presParOf" srcId="{BC299151-4994-4EBB-902A-CE46C951BF4B}" destId="{FC91A6FB-D7F9-4A4F-8E53-A732D5F846FB}" srcOrd="7" destOrd="0" presId="urn:microsoft.com/office/officeart/2005/8/layout/vProcess5"/>
    <dgm:cxn modelId="{1784D660-6AB6-4402-866A-2F2D1945F680}" type="presParOf" srcId="{BC299151-4994-4EBB-902A-CE46C951BF4B}" destId="{3C9168FE-8930-4E94-BFCC-ED7518EC09B1}" srcOrd="8" destOrd="0" presId="urn:microsoft.com/office/officeart/2005/8/layout/vProcess5"/>
    <dgm:cxn modelId="{DACE33AB-3A1D-4473-B89A-2CB92B7B3B78}" type="presParOf" srcId="{BC299151-4994-4EBB-902A-CE46C951BF4B}" destId="{A1B2F24F-B3DD-48B9-9BFF-AC51807A782A}" srcOrd="9" destOrd="0" presId="urn:microsoft.com/office/officeart/2005/8/layout/vProcess5"/>
    <dgm:cxn modelId="{3B9BA386-5EA9-4227-981C-63698A44F0E9}" type="presParOf" srcId="{BC299151-4994-4EBB-902A-CE46C951BF4B}" destId="{6870BCC6-D9D6-4012-8B8C-F96D2BEA0A53}" srcOrd="10" destOrd="0" presId="urn:microsoft.com/office/officeart/2005/8/layout/vProcess5"/>
    <dgm:cxn modelId="{0D3DA78E-9930-4FD4-9E5B-851DB1107865}" type="presParOf" srcId="{BC299151-4994-4EBB-902A-CE46C951BF4B}" destId="{7B9658E6-5520-4D38-8CF9-8301E9E02FC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0FA436FB-17B3-4940-9F59-E5011BB223FB}" type="doc">
      <dgm:prSet loTypeId="urn:microsoft.com/office/officeart/2018/2/layout/IconLabel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L"/>
        </a:p>
      </dgm:t>
    </dgm:pt>
    <dgm:pt modelId="{9BBFCC9A-72C6-4FC8-8BEE-E6D77622A737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ES" sz="1400" b="1">
              <a:solidFill>
                <a:schemeClr val="bg1"/>
              </a:solidFill>
            </a:rPr>
            <a:t>EJECUCIÓN DE TEST DE ALCOHOL Y DROGAS.</a:t>
          </a:r>
          <a:endParaRPr lang="es-CL" sz="1400" b="1" dirty="0">
            <a:solidFill>
              <a:schemeClr val="bg1"/>
            </a:solidFill>
          </a:endParaRPr>
        </a:p>
      </dgm:t>
    </dgm:pt>
    <dgm:pt modelId="{21C1D046-5D9B-4E99-922C-07FBCEF1C97E}" type="parTrans" cxnId="{FF83590F-C0D9-4566-85B3-595E99902CFC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C7BCEEF7-130C-4859-9DCF-FE765FE5ADDB}" type="sibTrans" cxnId="{FF83590F-C0D9-4566-85B3-595E99902CFC}">
      <dgm:prSet/>
      <dgm:spPr/>
      <dgm:t>
        <a:bodyPr/>
        <a:lstStyle/>
        <a:p>
          <a:pPr>
            <a:lnSpc>
              <a:spcPct val="100000"/>
            </a:lnSpc>
          </a:pPr>
          <a:endParaRPr lang="es-CL" sz="1400" b="1">
            <a:solidFill>
              <a:schemeClr val="bg1"/>
            </a:solidFill>
          </a:endParaRPr>
        </a:p>
      </dgm:t>
    </dgm:pt>
    <dgm:pt modelId="{3EBC0D14-54E9-4595-93FD-644D2B9147D7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MX" sz="1200" b="1">
              <a:solidFill>
                <a:schemeClr val="bg1"/>
              </a:solidFill>
            </a:rPr>
            <a:t>CAMPAÑA ALTAS TEMPERATURAS” PROTÉGETE DE LAS ALTAS TEMPERATURAS” </a:t>
          </a:r>
          <a:r>
            <a:rPr lang="es-ES" sz="1200" b="1">
              <a:solidFill>
                <a:schemeClr val="bg1"/>
              </a:solidFill>
            </a:rPr>
            <a:t>.</a:t>
          </a:r>
          <a:endParaRPr lang="es-CL" sz="1200" b="1" dirty="0">
            <a:solidFill>
              <a:schemeClr val="bg1"/>
            </a:solidFill>
          </a:endParaRPr>
        </a:p>
      </dgm:t>
    </dgm:pt>
    <dgm:pt modelId="{C3C3BAA3-3B8A-4850-8BB9-D3B8FBE7A42A}" type="parTrans" cxnId="{0A25ECA3-80A1-481E-8FF3-F674C419E600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9E01E101-9C9F-47CB-9A53-3E3FCD2559ED}" type="sibTrans" cxnId="{0A25ECA3-80A1-481E-8FF3-F674C419E600}">
      <dgm:prSet/>
      <dgm:spPr/>
      <dgm:t>
        <a:bodyPr/>
        <a:lstStyle/>
        <a:p>
          <a:pPr>
            <a:lnSpc>
              <a:spcPct val="100000"/>
            </a:lnSpc>
          </a:pPr>
          <a:endParaRPr lang="es-CL" sz="1400" b="1">
            <a:solidFill>
              <a:schemeClr val="bg1"/>
            </a:solidFill>
          </a:endParaRPr>
        </a:p>
      </dgm:t>
    </dgm:pt>
    <dgm:pt modelId="{461C5020-4B9D-416F-AA5D-4B5ED0665D58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CL" sz="1400" b="1">
              <a:solidFill>
                <a:schemeClr val="bg1"/>
              </a:solidFill>
            </a:rPr>
            <a:t>DIFUSIÓN INFORMES FLASH.</a:t>
          </a:r>
          <a:endParaRPr lang="es-CL" sz="1400" b="1" dirty="0">
            <a:solidFill>
              <a:schemeClr val="bg1"/>
            </a:solidFill>
          </a:endParaRPr>
        </a:p>
      </dgm:t>
    </dgm:pt>
    <dgm:pt modelId="{C7C872B4-EE8B-431C-B32F-B6CEB6EA0EDA}" type="parTrans" cxnId="{6C01F999-21EA-45BA-8706-E6325F9BD5B8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0F7E1502-A956-4553-98D7-2C06557DDBCF}" type="sibTrans" cxnId="{6C01F999-21EA-45BA-8706-E6325F9BD5B8}">
      <dgm:prSet/>
      <dgm:spPr/>
      <dgm:t>
        <a:bodyPr/>
        <a:lstStyle/>
        <a:p>
          <a:pPr>
            <a:lnSpc>
              <a:spcPct val="100000"/>
            </a:lnSpc>
          </a:pPr>
          <a:endParaRPr lang="es-CL" sz="1400" b="1">
            <a:solidFill>
              <a:schemeClr val="bg1"/>
            </a:solidFill>
          </a:endParaRPr>
        </a:p>
      </dgm:t>
    </dgm:pt>
    <dgm:pt modelId="{53B264FC-9C5A-4F2F-BAA2-7EED83D1BF46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MX" sz="1200" b="1">
              <a:solidFill>
                <a:schemeClr val="bg1"/>
              </a:solidFill>
            </a:rPr>
            <a:t>ACTUALIZACIÓN REGISTRO DE PROCEDIMIENTOS OPERACIONALES</a:t>
          </a:r>
          <a:endParaRPr lang="es-CL" sz="1200" b="1" dirty="0">
            <a:solidFill>
              <a:schemeClr val="bg1"/>
            </a:solidFill>
          </a:endParaRPr>
        </a:p>
      </dgm:t>
    </dgm:pt>
    <dgm:pt modelId="{4286D537-A481-4EDD-AFF0-F479E2C06DE1}" type="parTrans" cxnId="{6316C661-7492-42FF-96E3-126E2AD548D0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AFD2DCEE-0041-45C7-B24B-4E3495988FBF}" type="sibTrans" cxnId="{6316C661-7492-42FF-96E3-126E2AD548D0}">
      <dgm:prSet/>
      <dgm:spPr/>
      <dgm:t>
        <a:bodyPr/>
        <a:lstStyle/>
        <a:p>
          <a:endParaRPr lang="es-CL" sz="1400" b="1">
            <a:solidFill>
              <a:schemeClr val="bg1"/>
            </a:solidFill>
          </a:endParaRPr>
        </a:p>
      </dgm:t>
    </dgm:pt>
    <dgm:pt modelId="{8E9E62A0-8B78-4C87-A4E3-630D684404B6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CL" sz="1400" b="1">
              <a:solidFill>
                <a:schemeClr val="bg1"/>
              </a:solidFill>
            </a:rPr>
            <a:t>REUNIONES COLABORATIVAS SSO EMPRESAS ASOCIADAS.</a:t>
          </a:r>
          <a:endParaRPr lang="es-CL" sz="1400" b="1" dirty="0">
            <a:solidFill>
              <a:schemeClr val="bg1"/>
            </a:solidFill>
          </a:endParaRPr>
        </a:p>
      </dgm:t>
    </dgm:pt>
    <dgm:pt modelId="{C8735C80-692F-45CC-BCEC-4E0AE747FA7B}" type="parTrans" cxnId="{3FD98C02-0619-416E-B25C-F01310021BC0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BA042E41-9B0A-4830-9A16-76F4E134D8C7}" type="sibTrans" cxnId="{3FD98C02-0619-416E-B25C-F01310021BC0}">
      <dgm:prSet/>
      <dgm:spPr/>
      <dgm:t>
        <a:bodyPr/>
        <a:lstStyle/>
        <a:p>
          <a:endParaRPr lang="es-CL">
            <a:solidFill>
              <a:schemeClr val="bg1"/>
            </a:solidFill>
          </a:endParaRPr>
        </a:p>
      </dgm:t>
    </dgm:pt>
    <dgm:pt modelId="{665868C3-7FA7-4A42-868B-1CF2273AF574}" type="pres">
      <dgm:prSet presAssocID="{0FA436FB-17B3-4940-9F59-E5011BB223FB}" presName="root" presStyleCnt="0">
        <dgm:presLayoutVars>
          <dgm:dir/>
          <dgm:resizeHandles val="exact"/>
        </dgm:presLayoutVars>
      </dgm:prSet>
      <dgm:spPr/>
    </dgm:pt>
    <dgm:pt modelId="{20647314-7CBE-4AE7-81F3-626B62DA14C5}" type="pres">
      <dgm:prSet presAssocID="{9BBFCC9A-72C6-4FC8-8BEE-E6D77622A737}" presName="compNode" presStyleCnt="0"/>
      <dgm:spPr/>
    </dgm:pt>
    <dgm:pt modelId="{78570076-E8CA-4027-8351-1A6D282B852E}" type="pres">
      <dgm:prSet presAssocID="{9BBFCC9A-72C6-4FC8-8BEE-E6D77622A73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tini"/>
        </a:ext>
      </dgm:extLst>
    </dgm:pt>
    <dgm:pt modelId="{39BF3C39-7DB0-41D8-AB42-5CC7E69EFA62}" type="pres">
      <dgm:prSet presAssocID="{9BBFCC9A-72C6-4FC8-8BEE-E6D77622A737}" presName="spaceRect" presStyleCnt="0"/>
      <dgm:spPr/>
    </dgm:pt>
    <dgm:pt modelId="{093047D1-BDBB-456A-A18E-B0B34B708E34}" type="pres">
      <dgm:prSet presAssocID="{9BBFCC9A-72C6-4FC8-8BEE-E6D77622A737}" presName="textRect" presStyleLbl="revTx" presStyleIdx="0" presStyleCnt="5">
        <dgm:presLayoutVars>
          <dgm:chMax val="1"/>
          <dgm:chPref val="1"/>
        </dgm:presLayoutVars>
      </dgm:prSet>
      <dgm:spPr/>
    </dgm:pt>
    <dgm:pt modelId="{11A33257-FE95-42FB-9983-7F42980F9BA5}" type="pres">
      <dgm:prSet presAssocID="{C7BCEEF7-130C-4859-9DCF-FE765FE5ADDB}" presName="sibTrans" presStyleCnt="0"/>
      <dgm:spPr/>
    </dgm:pt>
    <dgm:pt modelId="{A1E75F7A-8ABA-4913-9507-87ACF0F9F9A6}" type="pres">
      <dgm:prSet presAssocID="{3EBC0D14-54E9-4595-93FD-644D2B9147D7}" presName="compNode" presStyleCnt="0"/>
      <dgm:spPr/>
    </dgm:pt>
    <dgm:pt modelId="{98B44BA3-2E96-471D-88EB-25AA2C650C82}" type="pres">
      <dgm:prSet presAssocID="{3EBC0D14-54E9-4595-93FD-644D2B9147D7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 con relleno sólido"/>
        </a:ext>
      </dgm:extLst>
    </dgm:pt>
    <dgm:pt modelId="{3E5DEACD-0CD5-49CE-AB93-4501F209B851}" type="pres">
      <dgm:prSet presAssocID="{3EBC0D14-54E9-4595-93FD-644D2B9147D7}" presName="spaceRect" presStyleCnt="0"/>
      <dgm:spPr/>
    </dgm:pt>
    <dgm:pt modelId="{BA315483-852B-44CC-9C8C-3ADF54D0899B}" type="pres">
      <dgm:prSet presAssocID="{3EBC0D14-54E9-4595-93FD-644D2B9147D7}" presName="textRect" presStyleLbl="revTx" presStyleIdx="1" presStyleCnt="5">
        <dgm:presLayoutVars>
          <dgm:chMax val="1"/>
          <dgm:chPref val="1"/>
        </dgm:presLayoutVars>
      </dgm:prSet>
      <dgm:spPr/>
    </dgm:pt>
    <dgm:pt modelId="{9D3D42F2-096C-4C7E-A133-59199865A183}" type="pres">
      <dgm:prSet presAssocID="{9E01E101-9C9F-47CB-9A53-3E3FCD2559ED}" presName="sibTrans" presStyleCnt="0"/>
      <dgm:spPr/>
    </dgm:pt>
    <dgm:pt modelId="{152F274E-6C62-4EE2-99E7-2A7DEA93E8F3}" type="pres">
      <dgm:prSet presAssocID="{461C5020-4B9D-416F-AA5D-4B5ED0665D58}" presName="compNode" presStyleCnt="0"/>
      <dgm:spPr/>
    </dgm:pt>
    <dgm:pt modelId="{B73B7CCE-D05B-429A-A5B5-7F8EE4B1BF3B}" type="pres">
      <dgm:prSet presAssocID="{461C5020-4B9D-416F-AA5D-4B5ED0665D5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DFCF81B-8167-4418-8E5C-673718EA5579}" type="pres">
      <dgm:prSet presAssocID="{461C5020-4B9D-416F-AA5D-4B5ED0665D58}" presName="spaceRect" presStyleCnt="0"/>
      <dgm:spPr/>
    </dgm:pt>
    <dgm:pt modelId="{D1E77468-8F9F-40A2-B604-AA1092AB2F46}" type="pres">
      <dgm:prSet presAssocID="{461C5020-4B9D-416F-AA5D-4B5ED0665D58}" presName="textRect" presStyleLbl="revTx" presStyleIdx="2" presStyleCnt="5">
        <dgm:presLayoutVars>
          <dgm:chMax val="1"/>
          <dgm:chPref val="1"/>
        </dgm:presLayoutVars>
      </dgm:prSet>
      <dgm:spPr/>
    </dgm:pt>
    <dgm:pt modelId="{FB8D025D-5F53-4DA7-82B1-9DD5B0A30674}" type="pres">
      <dgm:prSet presAssocID="{0F7E1502-A956-4553-98D7-2C06557DDBCF}" presName="sibTrans" presStyleCnt="0"/>
      <dgm:spPr/>
    </dgm:pt>
    <dgm:pt modelId="{B0A58EFA-6DD8-4F7B-9438-85CC227EE5D4}" type="pres">
      <dgm:prSet presAssocID="{53B264FC-9C5A-4F2F-BAA2-7EED83D1BF46}" presName="compNode" presStyleCnt="0"/>
      <dgm:spPr/>
    </dgm:pt>
    <dgm:pt modelId="{4E1490C1-57EC-4892-9CFD-2E4B28DC5ACE}" type="pres">
      <dgm:prSet presAssocID="{53B264FC-9C5A-4F2F-BAA2-7EED83D1BF4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AD1C29F2-950F-49C2-A9D6-0E2D56406CF7}" type="pres">
      <dgm:prSet presAssocID="{53B264FC-9C5A-4F2F-BAA2-7EED83D1BF46}" presName="spaceRect" presStyleCnt="0"/>
      <dgm:spPr/>
    </dgm:pt>
    <dgm:pt modelId="{5EF31A65-EDCA-4958-8961-AB28F239547E}" type="pres">
      <dgm:prSet presAssocID="{53B264FC-9C5A-4F2F-BAA2-7EED83D1BF46}" presName="textRect" presStyleLbl="revTx" presStyleIdx="3" presStyleCnt="5">
        <dgm:presLayoutVars>
          <dgm:chMax val="1"/>
          <dgm:chPref val="1"/>
        </dgm:presLayoutVars>
      </dgm:prSet>
      <dgm:spPr/>
    </dgm:pt>
    <dgm:pt modelId="{C09D7980-2341-43B6-9546-E1F5BFB47EDA}" type="pres">
      <dgm:prSet presAssocID="{AFD2DCEE-0041-45C7-B24B-4E3495988FBF}" presName="sibTrans" presStyleCnt="0"/>
      <dgm:spPr/>
    </dgm:pt>
    <dgm:pt modelId="{F4137342-0C06-41CF-AFF8-E2530FEFABCD}" type="pres">
      <dgm:prSet presAssocID="{8E9E62A0-8B78-4C87-A4E3-630D684404B6}" presName="compNode" presStyleCnt="0"/>
      <dgm:spPr/>
    </dgm:pt>
    <dgm:pt modelId="{CA2703E1-CC8F-4545-8B4D-CB0618C2B219}" type="pres">
      <dgm:prSet presAssocID="{8E9E62A0-8B78-4C87-A4E3-630D684404B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unión"/>
        </a:ext>
      </dgm:extLst>
    </dgm:pt>
    <dgm:pt modelId="{116E28B3-F32D-41C3-BC5E-9A7087D6074F}" type="pres">
      <dgm:prSet presAssocID="{8E9E62A0-8B78-4C87-A4E3-630D684404B6}" presName="spaceRect" presStyleCnt="0"/>
      <dgm:spPr/>
    </dgm:pt>
    <dgm:pt modelId="{AA5A7568-33C1-4C29-928D-2B153356330C}" type="pres">
      <dgm:prSet presAssocID="{8E9E62A0-8B78-4C87-A4E3-630D684404B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FD98C02-0619-416E-B25C-F01310021BC0}" srcId="{0FA436FB-17B3-4940-9F59-E5011BB223FB}" destId="{8E9E62A0-8B78-4C87-A4E3-630D684404B6}" srcOrd="4" destOrd="0" parTransId="{C8735C80-692F-45CC-BCEC-4E0AE747FA7B}" sibTransId="{BA042E41-9B0A-4830-9A16-76F4E134D8C7}"/>
    <dgm:cxn modelId="{FF83590F-C0D9-4566-85B3-595E99902CFC}" srcId="{0FA436FB-17B3-4940-9F59-E5011BB223FB}" destId="{9BBFCC9A-72C6-4FC8-8BEE-E6D77622A737}" srcOrd="0" destOrd="0" parTransId="{21C1D046-5D9B-4E99-922C-07FBCEF1C97E}" sibTransId="{C7BCEEF7-130C-4859-9DCF-FE765FE5ADDB}"/>
    <dgm:cxn modelId="{ACA09016-E7DD-4D99-BD20-DC435086E957}" type="presOf" srcId="{461C5020-4B9D-416F-AA5D-4B5ED0665D58}" destId="{D1E77468-8F9F-40A2-B604-AA1092AB2F46}" srcOrd="0" destOrd="0" presId="urn:microsoft.com/office/officeart/2018/2/layout/IconLabelList"/>
    <dgm:cxn modelId="{C5011920-F4AA-4D2A-8E94-B822F0E0C911}" type="presOf" srcId="{0FA436FB-17B3-4940-9F59-E5011BB223FB}" destId="{665868C3-7FA7-4A42-868B-1CF2273AF574}" srcOrd="0" destOrd="0" presId="urn:microsoft.com/office/officeart/2018/2/layout/IconLabelList"/>
    <dgm:cxn modelId="{6316C661-7492-42FF-96E3-126E2AD548D0}" srcId="{0FA436FB-17B3-4940-9F59-E5011BB223FB}" destId="{53B264FC-9C5A-4F2F-BAA2-7EED83D1BF46}" srcOrd="3" destOrd="0" parTransId="{4286D537-A481-4EDD-AFF0-F479E2C06DE1}" sibTransId="{AFD2DCEE-0041-45C7-B24B-4E3495988FBF}"/>
    <dgm:cxn modelId="{E5A5DE88-E8DD-4203-A1F7-C892637AB384}" type="presOf" srcId="{8E9E62A0-8B78-4C87-A4E3-630D684404B6}" destId="{AA5A7568-33C1-4C29-928D-2B153356330C}" srcOrd="0" destOrd="0" presId="urn:microsoft.com/office/officeart/2018/2/layout/IconLabelList"/>
    <dgm:cxn modelId="{6C01F999-21EA-45BA-8706-E6325F9BD5B8}" srcId="{0FA436FB-17B3-4940-9F59-E5011BB223FB}" destId="{461C5020-4B9D-416F-AA5D-4B5ED0665D58}" srcOrd="2" destOrd="0" parTransId="{C7C872B4-EE8B-431C-B32F-B6CEB6EA0EDA}" sibTransId="{0F7E1502-A956-4553-98D7-2C06557DDBCF}"/>
    <dgm:cxn modelId="{9399FD9A-16D4-4057-904F-BF543EC1A617}" type="presOf" srcId="{9BBFCC9A-72C6-4FC8-8BEE-E6D77622A737}" destId="{093047D1-BDBB-456A-A18E-B0B34B708E34}" srcOrd="0" destOrd="0" presId="urn:microsoft.com/office/officeart/2018/2/layout/IconLabelList"/>
    <dgm:cxn modelId="{0A25ECA3-80A1-481E-8FF3-F674C419E600}" srcId="{0FA436FB-17B3-4940-9F59-E5011BB223FB}" destId="{3EBC0D14-54E9-4595-93FD-644D2B9147D7}" srcOrd="1" destOrd="0" parTransId="{C3C3BAA3-3B8A-4850-8BB9-D3B8FBE7A42A}" sibTransId="{9E01E101-9C9F-47CB-9A53-3E3FCD2559ED}"/>
    <dgm:cxn modelId="{F95ED6B6-1204-43E0-A258-273B382E66DE}" type="presOf" srcId="{53B264FC-9C5A-4F2F-BAA2-7EED83D1BF46}" destId="{5EF31A65-EDCA-4958-8961-AB28F239547E}" srcOrd="0" destOrd="0" presId="urn:microsoft.com/office/officeart/2018/2/layout/IconLabelList"/>
    <dgm:cxn modelId="{8FE18BDE-3AB7-4F12-9BE9-955B057C0A8C}" type="presOf" srcId="{3EBC0D14-54E9-4595-93FD-644D2B9147D7}" destId="{BA315483-852B-44CC-9C8C-3ADF54D0899B}" srcOrd="0" destOrd="0" presId="urn:microsoft.com/office/officeart/2018/2/layout/IconLabelList"/>
    <dgm:cxn modelId="{807EF6FE-369B-4FB2-BB9B-5562A9D9790A}" type="presParOf" srcId="{665868C3-7FA7-4A42-868B-1CF2273AF574}" destId="{20647314-7CBE-4AE7-81F3-626B62DA14C5}" srcOrd="0" destOrd="0" presId="urn:microsoft.com/office/officeart/2018/2/layout/IconLabelList"/>
    <dgm:cxn modelId="{E618FB5B-23A5-464D-A643-00272BAA0C88}" type="presParOf" srcId="{20647314-7CBE-4AE7-81F3-626B62DA14C5}" destId="{78570076-E8CA-4027-8351-1A6D282B852E}" srcOrd="0" destOrd="0" presId="urn:microsoft.com/office/officeart/2018/2/layout/IconLabelList"/>
    <dgm:cxn modelId="{B174E49F-BC91-4B5E-B948-62940F36A17C}" type="presParOf" srcId="{20647314-7CBE-4AE7-81F3-626B62DA14C5}" destId="{39BF3C39-7DB0-41D8-AB42-5CC7E69EFA62}" srcOrd="1" destOrd="0" presId="urn:microsoft.com/office/officeart/2018/2/layout/IconLabelList"/>
    <dgm:cxn modelId="{D760185E-C367-405E-9110-CD377DE83F78}" type="presParOf" srcId="{20647314-7CBE-4AE7-81F3-626B62DA14C5}" destId="{093047D1-BDBB-456A-A18E-B0B34B708E34}" srcOrd="2" destOrd="0" presId="urn:microsoft.com/office/officeart/2018/2/layout/IconLabelList"/>
    <dgm:cxn modelId="{1268D56E-F817-407C-B3B1-32E71EA19024}" type="presParOf" srcId="{665868C3-7FA7-4A42-868B-1CF2273AF574}" destId="{11A33257-FE95-42FB-9983-7F42980F9BA5}" srcOrd="1" destOrd="0" presId="urn:microsoft.com/office/officeart/2018/2/layout/IconLabelList"/>
    <dgm:cxn modelId="{B726B0E3-CA2C-418D-AA46-DC615B16CEA5}" type="presParOf" srcId="{665868C3-7FA7-4A42-868B-1CF2273AF574}" destId="{A1E75F7A-8ABA-4913-9507-87ACF0F9F9A6}" srcOrd="2" destOrd="0" presId="urn:microsoft.com/office/officeart/2018/2/layout/IconLabelList"/>
    <dgm:cxn modelId="{2B2EEFD0-28A6-4257-ACC7-67ECDFF920F9}" type="presParOf" srcId="{A1E75F7A-8ABA-4913-9507-87ACF0F9F9A6}" destId="{98B44BA3-2E96-471D-88EB-25AA2C650C82}" srcOrd="0" destOrd="0" presId="urn:microsoft.com/office/officeart/2018/2/layout/IconLabelList"/>
    <dgm:cxn modelId="{763A14F1-BF59-4C16-8BDF-8325363EEA33}" type="presParOf" srcId="{A1E75F7A-8ABA-4913-9507-87ACF0F9F9A6}" destId="{3E5DEACD-0CD5-49CE-AB93-4501F209B851}" srcOrd="1" destOrd="0" presId="urn:microsoft.com/office/officeart/2018/2/layout/IconLabelList"/>
    <dgm:cxn modelId="{D8F5E459-BE2F-41F3-9266-5928809E267B}" type="presParOf" srcId="{A1E75F7A-8ABA-4913-9507-87ACF0F9F9A6}" destId="{BA315483-852B-44CC-9C8C-3ADF54D0899B}" srcOrd="2" destOrd="0" presId="urn:microsoft.com/office/officeart/2018/2/layout/IconLabelList"/>
    <dgm:cxn modelId="{4EBCB5F3-C776-4466-948B-710FFEB3D44B}" type="presParOf" srcId="{665868C3-7FA7-4A42-868B-1CF2273AF574}" destId="{9D3D42F2-096C-4C7E-A133-59199865A183}" srcOrd="3" destOrd="0" presId="urn:microsoft.com/office/officeart/2018/2/layout/IconLabelList"/>
    <dgm:cxn modelId="{ED40397E-0C36-4986-AB0C-6C8D3BE84A83}" type="presParOf" srcId="{665868C3-7FA7-4A42-868B-1CF2273AF574}" destId="{152F274E-6C62-4EE2-99E7-2A7DEA93E8F3}" srcOrd="4" destOrd="0" presId="urn:microsoft.com/office/officeart/2018/2/layout/IconLabelList"/>
    <dgm:cxn modelId="{9D17D6E3-420D-4DC3-A4CF-B4943C3B868C}" type="presParOf" srcId="{152F274E-6C62-4EE2-99E7-2A7DEA93E8F3}" destId="{B73B7CCE-D05B-429A-A5B5-7F8EE4B1BF3B}" srcOrd="0" destOrd="0" presId="urn:microsoft.com/office/officeart/2018/2/layout/IconLabelList"/>
    <dgm:cxn modelId="{077EB140-5EF5-4480-86F6-DCD96A5BE024}" type="presParOf" srcId="{152F274E-6C62-4EE2-99E7-2A7DEA93E8F3}" destId="{DDFCF81B-8167-4418-8E5C-673718EA5579}" srcOrd="1" destOrd="0" presId="urn:microsoft.com/office/officeart/2018/2/layout/IconLabelList"/>
    <dgm:cxn modelId="{5B34BF78-AFDC-413B-9D27-5D4AC075A136}" type="presParOf" srcId="{152F274E-6C62-4EE2-99E7-2A7DEA93E8F3}" destId="{D1E77468-8F9F-40A2-B604-AA1092AB2F46}" srcOrd="2" destOrd="0" presId="urn:microsoft.com/office/officeart/2018/2/layout/IconLabelList"/>
    <dgm:cxn modelId="{9E183CC9-D24A-475A-BCB5-780097D6A380}" type="presParOf" srcId="{665868C3-7FA7-4A42-868B-1CF2273AF574}" destId="{FB8D025D-5F53-4DA7-82B1-9DD5B0A30674}" srcOrd="5" destOrd="0" presId="urn:microsoft.com/office/officeart/2018/2/layout/IconLabelList"/>
    <dgm:cxn modelId="{F6C33A46-C98B-43D9-B467-19AA32C53381}" type="presParOf" srcId="{665868C3-7FA7-4A42-868B-1CF2273AF574}" destId="{B0A58EFA-6DD8-4F7B-9438-85CC227EE5D4}" srcOrd="6" destOrd="0" presId="urn:microsoft.com/office/officeart/2018/2/layout/IconLabelList"/>
    <dgm:cxn modelId="{51774ADC-D3BB-44EB-8D60-3D23F5142744}" type="presParOf" srcId="{B0A58EFA-6DD8-4F7B-9438-85CC227EE5D4}" destId="{4E1490C1-57EC-4892-9CFD-2E4B28DC5ACE}" srcOrd="0" destOrd="0" presId="urn:microsoft.com/office/officeart/2018/2/layout/IconLabelList"/>
    <dgm:cxn modelId="{A763382C-0C5F-4668-B9FC-61EDB3B00DF0}" type="presParOf" srcId="{B0A58EFA-6DD8-4F7B-9438-85CC227EE5D4}" destId="{AD1C29F2-950F-49C2-A9D6-0E2D56406CF7}" srcOrd="1" destOrd="0" presId="urn:microsoft.com/office/officeart/2018/2/layout/IconLabelList"/>
    <dgm:cxn modelId="{24689214-24EA-46F2-9935-7CA237329022}" type="presParOf" srcId="{B0A58EFA-6DD8-4F7B-9438-85CC227EE5D4}" destId="{5EF31A65-EDCA-4958-8961-AB28F239547E}" srcOrd="2" destOrd="0" presId="urn:microsoft.com/office/officeart/2018/2/layout/IconLabelList"/>
    <dgm:cxn modelId="{D60F8C92-C5EB-41AB-9BC4-2C3D88ED7EBB}" type="presParOf" srcId="{665868C3-7FA7-4A42-868B-1CF2273AF574}" destId="{C09D7980-2341-43B6-9546-E1F5BFB47EDA}" srcOrd="7" destOrd="0" presId="urn:microsoft.com/office/officeart/2018/2/layout/IconLabelList"/>
    <dgm:cxn modelId="{72A34C61-5935-40CD-A26A-E79CC118F99D}" type="presParOf" srcId="{665868C3-7FA7-4A42-868B-1CF2273AF574}" destId="{F4137342-0C06-41CF-AFF8-E2530FEFABCD}" srcOrd="8" destOrd="0" presId="urn:microsoft.com/office/officeart/2018/2/layout/IconLabelList"/>
    <dgm:cxn modelId="{49CD0EE5-A675-4B9E-9AF0-C73622C2839E}" type="presParOf" srcId="{F4137342-0C06-41CF-AFF8-E2530FEFABCD}" destId="{CA2703E1-CC8F-4545-8B4D-CB0618C2B219}" srcOrd="0" destOrd="0" presId="urn:microsoft.com/office/officeart/2018/2/layout/IconLabelList"/>
    <dgm:cxn modelId="{AE86D70D-4E0B-4862-A791-A944E236F6CB}" type="presParOf" srcId="{F4137342-0C06-41CF-AFF8-E2530FEFABCD}" destId="{116E28B3-F32D-41C3-BC5E-9A7087D6074F}" srcOrd="1" destOrd="0" presId="urn:microsoft.com/office/officeart/2018/2/layout/IconLabelList"/>
    <dgm:cxn modelId="{B1D4F89E-EAC5-4031-A492-7A9B91ED3604}" type="presParOf" srcId="{F4137342-0C06-41CF-AFF8-E2530FEFABCD}" destId="{AA5A7568-33C1-4C29-928D-2B153356330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CL"/>
        </a:p>
      </dgm:t>
    </dgm:pt>
    <dgm:pt modelId="{9BBD8CD4-CA7F-4031-BF45-D978CCF62263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CORROSIÓN EN ESTANQUE DE COMBUSTIBLE (CARRO LTE_CMF_08).</a:t>
          </a:r>
          <a:endParaRPr lang="es-CL" dirty="0"/>
        </a:p>
      </dgm:t>
    </dgm:pt>
    <dgm:pt modelId="{EF2DADC0-B336-4B85-9271-5F2FB8B541FE}" type="parTrans" cxnId="{E5C2FF02-46EB-493D-8DC8-8A66B0817E20}">
      <dgm:prSet/>
      <dgm:spPr/>
      <dgm:t>
        <a:bodyPr/>
        <a:lstStyle/>
        <a:p>
          <a:endParaRPr lang="es-CL"/>
        </a:p>
      </dgm:t>
    </dgm:pt>
    <dgm:pt modelId="{E5BA3D37-4F3E-4082-9809-4F0259424282}" type="sibTrans" cxnId="{E5C2FF02-46EB-493D-8DC8-8A66B0817E20}">
      <dgm:prSet/>
      <dgm:spPr/>
      <dgm:t>
        <a:bodyPr/>
        <a:lstStyle/>
        <a:p>
          <a:endParaRPr lang="es-CL"/>
        </a:p>
      </dgm:t>
    </dgm:pt>
    <dgm:pt modelId="{185D04DC-ED2A-418B-942E-AFC3084F30F6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GUARDA DE PARADA DE EMERGENCIA QUEBRADA (CARRO LTE_CMM_10).</a:t>
          </a:r>
          <a:endParaRPr lang="es-CL" b="1" dirty="0"/>
        </a:p>
      </dgm:t>
    </dgm:pt>
    <dgm:pt modelId="{67207208-7C77-4CA2-8B16-57A1B6A50D12}" type="parTrans" cxnId="{C2800DF2-3142-4CA0-B202-4DBB966AF37F}">
      <dgm:prSet/>
      <dgm:spPr/>
      <dgm:t>
        <a:bodyPr/>
        <a:lstStyle/>
        <a:p>
          <a:endParaRPr lang="es-CL"/>
        </a:p>
      </dgm:t>
    </dgm:pt>
    <dgm:pt modelId="{99281907-B07E-4E00-A288-829EA49783FA}" type="sibTrans" cxnId="{C2800DF2-3142-4CA0-B202-4DBB966AF37F}">
      <dgm:prSet/>
      <dgm:spPr/>
      <dgm:t>
        <a:bodyPr/>
        <a:lstStyle/>
        <a:p>
          <a:endParaRPr lang="es-CL"/>
        </a:p>
      </dgm:t>
    </dgm:pt>
    <dgm:pt modelId="{C6705A6E-4183-4F3D-892D-0A4EA56D4685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RESTRICCIÓN DE ACCESO A SITIOS CMM-05 Y CMM-11 POR PUESTA A TIERRA INEXISTENTE</a:t>
          </a:r>
          <a:endParaRPr lang="es-CL" b="1" dirty="0"/>
        </a:p>
      </dgm:t>
    </dgm:pt>
    <dgm:pt modelId="{82AF8B54-0421-4B30-A3D6-1496A59ABECE}" type="parTrans" cxnId="{A649D2D0-EE31-4E85-9B57-45A1188B229A}">
      <dgm:prSet/>
      <dgm:spPr/>
      <dgm:t>
        <a:bodyPr/>
        <a:lstStyle/>
        <a:p>
          <a:endParaRPr lang="es-CL"/>
        </a:p>
      </dgm:t>
    </dgm:pt>
    <dgm:pt modelId="{37899F8B-5E19-493A-8B71-F374A0C04FD2}" type="sibTrans" cxnId="{A649D2D0-EE31-4E85-9B57-45A1188B229A}">
      <dgm:prSet/>
      <dgm:spPr/>
      <dgm:t>
        <a:bodyPr/>
        <a:lstStyle/>
        <a:p>
          <a:endParaRPr lang="es-CL"/>
        </a:p>
      </dgm:t>
    </dgm:pt>
    <dgm:pt modelId="{BDB79A76-BB01-4940-BE74-069DE72FBE0B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b="1" dirty="0"/>
            <a:t>MANGUERA COMBUSTIBLE DAÑADA EN GENERADOR  CMF_01</a:t>
          </a:r>
          <a:endParaRPr lang="es-CL" dirty="0"/>
        </a:p>
      </dgm:t>
    </dgm:pt>
    <dgm:pt modelId="{E2B3C774-52DA-46D4-9441-4A5E99E8C5C3}" type="parTrans" cxnId="{9D5B016B-AA98-4A9D-AE11-069869A5BBB5}">
      <dgm:prSet/>
      <dgm:spPr/>
      <dgm:t>
        <a:bodyPr/>
        <a:lstStyle/>
        <a:p>
          <a:endParaRPr lang="es-CL"/>
        </a:p>
      </dgm:t>
    </dgm:pt>
    <dgm:pt modelId="{9B183BE9-A402-403C-A4EC-22EDBF07A1FF}" type="sibTrans" cxnId="{9D5B016B-AA98-4A9D-AE11-069869A5BBB5}">
      <dgm:prSet/>
      <dgm:spPr/>
      <dgm:t>
        <a:bodyPr/>
        <a:lstStyle/>
        <a:p>
          <a:endParaRPr lang="es-CL"/>
        </a:p>
      </dgm:t>
    </dgm:pt>
    <dgm:pt modelId="{C3AF594E-3A9E-4AAE-82EB-88166BBA4357}" type="pres">
      <dgm:prSet presAssocID="{2270A484-61A8-45C2-9422-F85A0DFDFB62}" presName="root" presStyleCnt="0">
        <dgm:presLayoutVars>
          <dgm:dir/>
          <dgm:resizeHandles val="exact"/>
        </dgm:presLayoutVars>
      </dgm:prSet>
      <dgm:spPr/>
    </dgm:pt>
    <dgm:pt modelId="{E955177E-B5FC-4BBF-A55D-DA5B0CCAE48C}" type="pres">
      <dgm:prSet presAssocID="{9BBD8CD4-CA7F-4031-BF45-D978CCF62263}" presName="compNode" presStyleCnt="0"/>
      <dgm:spPr/>
    </dgm:pt>
    <dgm:pt modelId="{3C9BADFF-7DE1-4345-A5A3-55413073DBA9}" type="pres">
      <dgm:prSet presAssocID="{9BBD8CD4-CA7F-4031-BF45-D978CCF62263}" presName="bgRect" presStyleLbl="bgShp" presStyleIdx="0" presStyleCnt="4"/>
      <dgm:spPr/>
    </dgm:pt>
    <dgm:pt modelId="{65F2B367-AB31-4B72-AE21-FA4AF48C6AEF}" type="pres">
      <dgm:prSet presAssocID="{9BBD8CD4-CA7F-4031-BF45-D978CCF6226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t Launch"/>
        </a:ext>
      </dgm:extLst>
    </dgm:pt>
    <dgm:pt modelId="{052D29AF-1410-4493-8750-93EDE3257491}" type="pres">
      <dgm:prSet presAssocID="{9BBD8CD4-CA7F-4031-BF45-D978CCF62263}" presName="spaceRect" presStyleCnt="0"/>
      <dgm:spPr/>
    </dgm:pt>
    <dgm:pt modelId="{B3EFA2C6-996B-4659-B023-B300402C7FB0}" type="pres">
      <dgm:prSet presAssocID="{9BBD8CD4-CA7F-4031-BF45-D978CCF62263}" presName="parTx" presStyleLbl="revTx" presStyleIdx="0" presStyleCnt="4">
        <dgm:presLayoutVars>
          <dgm:chMax val="0"/>
          <dgm:chPref val="0"/>
        </dgm:presLayoutVars>
      </dgm:prSet>
      <dgm:spPr/>
    </dgm:pt>
    <dgm:pt modelId="{A63F9A0B-6FAD-4E19-AF07-E10705489678}" type="pres">
      <dgm:prSet presAssocID="{E5BA3D37-4F3E-4082-9809-4F0259424282}" presName="sibTrans" presStyleCnt="0"/>
      <dgm:spPr/>
    </dgm:pt>
    <dgm:pt modelId="{C8357926-F1D6-4ADA-9192-AAD63D6C03CB}" type="pres">
      <dgm:prSet presAssocID="{185D04DC-ED2A-418B-942E-AFC3084F30F6}" presName="compNode" presStyleCnt="0"/>
      <dgm:spPr/>
    </dgm:pt>
    <dgm:pt modelId="{809D9386-6355-4677-9237-81AD64BC8CFC}" type="pres">
      <dgm:prSet presAssocID="{185D04DC-ED2A-418B-942E-AFC3084F30F6}" presName="bgRect" presStyleLbl="bgShp" presStyleIdx="1" presStyleCnt="4"/>
      <dgm:spPr/>
    </dgm:pt>
    <dgm:pt modelId="{2AEDACF0-09FD-4477-979C-1B6418F44B47}" type="pres">
      <dgm:prSet presAssocID="{185D04DC-ED2A-418B-942E-AFC3084F30F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tobús"/>
        </a:ext>
      </dgm:extLst>
    </dgm:pt>
    <dgm:pt modelId="{F14C88C4-4C82-4107-A2F0-8BD140E96C82}" type="pres">
      <dgm:prSet presAssocID="{185D04DC-ED2A-418B-942E-AFC3084F30F6}" presName="spaceRect" presStyleCnt="0"/>
      <dgm:spPr/>
    </dgm:pt>
    <dgm:pt modelId="{D087DD1B-3528-4F3B-80ED-CF23A35764AD}" type="pres">
      <dgm:prSet presAssocID="{185D04DC-ED2A-418B-942E-AFC3084F30F6}" presName="parTx" presStyleLbl="revTx" presStyleIdx="1" presStyleCnt="4">
        <dgm:presLayoutVars>
          <dgm:chMax val="0"/>
          <dgm:chPref val="0"/>
        </dgm:presLayoutVars>
      </dgm:prSet>
      <dgm:spPr/>
    </dgm:pt>
    <dgm:pt modelId="{7A45BB9A-400C-462E-87FE-BA06C84CF21A}" type="pres">
      <dgm:prSet presAssocID="{99281907-B07E-4E00-A288-829EA49783FA}" presName="sibTrans" presStyleCnt="0"/>
      <dgm:spPr/>
    </dgm:pt>
    <dgm:pt modelId="{043517A4-6032-4B2B-9B86-CC14CC1EA549}" type="pres">
      <dgm:prSet presAssocID="{C6705A6E-4183-4F3D-892D-0A4EA56D4685}" presName="compNode" presStyleCnt="0"/>
      <dgm:spPr/>
    </dgm:pt>
    <dgm:pt modelId="{D6456A56-2BF6-473C-86FA-A24244DA31AB}" type="pres">
      <dgm:prSet presAssocID="{C6705A6E-4183-4F3D-892D-0A4EA56D4685}" presName="bgRect" presStyleLbl="bgShp" presStyleIdx="2" presStyleCnt="4"/>
      <dgm:spPr/>
    </dgm:pt>
    <dgm:pt modelId="{40D2B8AC-F360-4E84-89A4-DA0BA1DDD6E4}" type="pres">
      <dgm:prSet presAssocID="{C6705A6E-4183-4F3D-892D-0A4EA56D468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244DDA29-8238-4095-9C1C-914C87A0ED5F}" type="pres">
      <dgm:prSet presAssocID="{C6705A6E-4183-4F3D-892D-0A4EA56D4685}" presName="spaceRect" presStyleCnt="0"/>
      <dgm:spPr/>
    </dgm:pt>
    <dgm:pt modelId="{5B4B615D-9F38-47E8-9CC2-EEED740DD7E4}" type="pres">
      <dgm:prSet presAssocID="{C6705A6E-4183-4F3D-892D-0A4EA56D4685}" presName="parTx" presStyleLbl="revTx" presStyleIdx="2" presStyleCnt="4">
        <dgm:presLayoutVars>
          <dgm:chMax val="0"/>
          <dgm:chPref val="0"/>
        </dgm:presLayoutVars>
      </dgm:prSet>
      <dgm:spPr/>
    </dgm:pt>
    <dgm:pt modelId="{E957D698-1742-46A7-BC29-8519185A37DF}" type="pres">
      <dgm:prSet presAssocID="{37899F8B-5E19-493A-8B71-F374A0C04FD2}" presName="sibTrans" presStyleCnt="0"/>
      <dgm:spPr/>
    </dgm:pt>
    <dgm:pt modelId="{86126776-F4F4-4171-B795-47E378AB5D62}" type="pres">
      <dgm:prSet presAssocID="{BDB79A76-BB01-4940-BE74-069DE72FBE0B}" presName="compNode" presStyleCnt="0"/>
      <dgm:spPr/>
    </dgm:pt>
    <dgm:pt modelId="{D1F007C6-095B-4D34-98CA-85B608858F8A}" type="pres">
      <dgm:prSet presAssocID="{BDB79A76-BB01-4940-BE74-069DE72FBE0B}" presName="bgRect" presStyleLbl="bgShp" presStyleIdx="3" presStyleCnt="4"/>
      <dgm:spPr/>
    </dgm:pt>
    <dgm:pt modelId="{1081DFF6-1951-4F64-8EAD-DB534CB77A9E}" type="pres">
      <dgm:prSet presAssocID="{BDB79A76-BB01-4940-BE74-069DE72FBE0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B212648C-AC04-4DF5-87D7-024FBC36B612}" type="pres">
      <dgm:prSet presAssocID="{BDB79A76-BB01-4940-BE74-069DE72FBE0B}" presName="spaceRect" presStyleCnt="0"/>
      <dgm:spPr/>
    </dgm:pt>
    <dgm:pt modelId="{4BDDBD67-95D4-42E8-9DEB-E341D8EF6268}" type="pres">
      <dgm:prSet presAssocID="{BDB79A76-BB01-4940-BE74-069DE72FBE0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5C2FF02-46EB-493D-8DC8-8A66B0817E20}" srcId="{2270A484-61A8-45C2-9422-F85A0DFDFB62}" destId="{9BBD8CD4-CA7F-4031-BF45-D978CCF62263}" srcOrd="0" destOrd="0" parTransId="{EF2DADC0-B336-4B85-9271-5F2FB8B541FE}" sibTransId="{E5BA3D37-4F3E-4082-9809-4F0259424282}"/>
    <dgm:cxn modelId="{7CB8F108-6560-478E-99C5-F7E18638C34D}" type="presOf" srcId="{2270A484-61A8-45C2-9422-F85A0DFDFB62}" destId="{C3AF594E-3A9E-4AAE-82EB-88166BBA4357}" srcOrd="0" destOrd="0" presId="urn:microsoft.com/office/officeart/2018/2/layout/IconVerticalSolidList"/>
    <dgm:cxn modelId="{0292C014-5DDC-424C-B56C-AF497E8C17DD}" type="presOf" srcId="{185D04DC-ED2A-418B-942E-AFC3084F30F6}" destId="{D087DD1B-3528-4F3B-80ED-CF23A35764AD}" srcOrd="0" destOrd="0" presId="urn:microsoft.com/office/officeart/2018/2/layout/IconVerticalSolidList"/>
    <dgm:cxn modelId="{084F4329-AB96-42BA-B634-E8BE9A18EA90}" type="presOf" srcId="{BDB79A76-BB01-4940-BE74-069DE72FBE0B}" destId="{4BDDBD67-95D4-42E8-9DEB-E341D8EF6268}" srcOrd="0" destOrd="0" presId="urn:microsoft.com/office/officeart/2018/2/layout/IconVerticalSolidList"/>
    <dgm:cxn modelId="{3D151D47-DB98-4E92-A44D-F2DCF06C8050}" type="presOf" srcId="{C6705A6E-4183-4F3D-892D-0A4EA56D4685}" destId="{5B4B615D-9F38-47E8-9CC2-EEED740DD7E4}" srcOrd="0" destOrd="0" presId="urn:microsoft.com/office/officeart/2018/2/layout/IconVerticalSolidList"/>
    <dgm:cxn modelId="{9D5B016B-AA98-4A9D-AE11-069869A5BBB5}" srcId="{2270A484-61A8-45C2-9422-F85A0DFDFB62}" destId="{BDB79A76-BB01-4940-BE74-069DE72FBE0B}" srcOrd="3" destOrd="0" parTransId="{E2B3C774-52DA-46D4-9441-4A5E99E8C5C3}" sibTransId="{9B183BE9-A402-403C-A4EC-22EDBF07A1FF}"/>
    <dgm:cxn modelId="{97F1A58F-32B2-4E18-949F-2CF0EC39D92F}" type="presOf" srcId="{9BBD8CD4-CA7F-4031-BF45-D978CCF62263}" destId="{B3EFA2C6-996B-4659-B023-B300402C7FB0}" srcOrd="0" destOrd="0" presId="urn:microsoft.com/office/officeart/2018/2/layout/IconVerticalSolidList"/>
    <dgm:cxn modelId="{A649D2D0-EE31-4E85-9B57-45A1188B229A}" srcId="{2270A484-61A8-45C2-9422-F85A0DFDFB62}" destId="{C6705A6E-4183-4F3D-892D-0A4EA56D4685}" srcOrd="2" destOrd="0" parTransId="{82AF8B54-0421-4B30-A3D6-1496A59ABECE}" sibTransId="{37899F8B-5E19-493A-8B71-F374A0C04FD2}"/>
    <dgm:cxn modelId="{C2800DF2-3142-4CA0-B202-4DBB966AF37F}" srcId="{2270A484-61A8-45C2-9422-F85A0DFDFB62}" destId="{185D04DC-ED2A-418B-942E-AFC3084F30F6}" srcOrd="1" destOrd="0" parTransId="{67207208-7C77-4CA2-8B16-57A1B6A50D12}" sibTransId="{99281907-B07E-4E00-A288-829EA49783FA}"/>
    <dgm:cxn modelId="{0DFD727A-F36A-4D87-9341-C916A885ED30}" type="presParOf" srcId="{C3AF594E-3A9E-4AAE-82EB-88166BBA4357}" destId="{E955177E-B5FC-4BBF-A55D-DA5B0CCAE48C}" srcOrd="0" destOrd="0" presId="urn:microsoft.com/office/officeart/2018/2/layout/IconVerticalSolidList"/>
    <dgm:cxn modelId="{0D8F643F-4B1F-4035-97E8-96DBD27F31EA}" type="presParOf" srcId="{E955177E-B5FC-4BBF-A55D-DA5B0CCAE48C}" destId="{3C9BADFF-7DE1-4345-A5A3-55413073DBA9}" srcOrd="0" destOrd="0" presId="urn:microsoft.com/office/officeart/2018/2/layout/IconVerticalSolidList"/>
    <dgm:cxn modelId="{013AF5A1-8BB2-4E97-A695-8032E9B75630}" type="presParOf" srcId="{E955177E-B5FC-4BBF-A55D-DA5B0CCAE48C}" destId="{65F2B367-AB31-4B72-AE21-FA4AF48C6AEF}" srcOrd="1" destOrd="0" presId="urn:microsoft.com/office/officeart/2018/2/layout/IconVerticalSolidList"/>
    <dgm:cxn modelId="{A9C450C5-9B21-4BEA-99BD-EF31ACD63197}" type="presParOf" srcId="{E955177E-B5FC-4BBF-A55D-DA5B0CCAE48C}" destId="{052D29AF-1410-4493-8750-93EDE3257491}" srcOrd="2" destOrd="0" presId="urn:microsoft.com/office/officeart/2018/2/layout/IconVerticalSolidList"/>
    <dgm:cxn modelId="{2BC0AAE6-04ED-4DC0-B4BA-6D645E44FCC9}" type="presParOf" srcId="{E955177E-B5FC-4BBF-A55D-DA5B0CCAE48C}" destId="{B3EFA2C6-996B-4659-B023-B300402C7FB0}" srcOrd="3" destOrd="0" presId="urn:microsoft.com/office/officeart/2018/2/layout/IconVerticalSolidList"/>
    <dgm:cxn modelId="{13E8A8F1-39C2-416A-A3EF-6FF5E636AE8A}" type="presParOf" srcId="{C3AF594E-3A9E-4AAE-82EB-88166BBA4357}" destId="{A63F9A0B-6FAD-4E19-AF07-E10705489678}" srcOrd="1" destOrd="0" presId="urn:microsoft.com/office/officeart/2018/2/layout/IconVerticalSolidList"/>
    <dgm:cxn modelId="{7E1102C5-3C8A-4DA5-978C-B78F1DC6AF1E}" type="presParOf" srcId="{C3AF594E-3A9E-4AAE-82EB-88166BBA4357}" destId="{C8357926-F1D6-4ADA-9192-AAD63D6C03CB}" srcOrd="2" destOrd="0" presId="urn:microsoft.com/office/officeart/2018/2/layout/IconVerticalSolidList"/>
    <dgm:cxn modelId="{33CA2949-FA38-4EDB-9D1E-2179B22ECEEC}" type="presParOf" srcId="{C8357926-F1D6-4ADA-9192-AAD63D6C03CB}" destId="{809D9386-6355-4677-9237-81AD64BC8CFC}" srcOrd="0" destOrd="0" presId="urn:microsoft.com/office/officeart/2018/2/layout/IconVerticalSolidList"/>
    <dgm:cxn modelId="{7E3A27A9-EAD3-43C4-9538-80DA6854B566}" type="presParOf" srcId="{C8357926-F1D6-4ADA-9192-AAD63D6C03CB}" destId="{2AEDACF0-09FD-4477-979C-1B6418F44B47}" srcOrd="1" destOrd="0" presId="urn:microsoft.com/office/officeart/2018/2/layout/IconVerticalSolidList"/>
    <dgm:cxn modelId="{A2D0B211-6DD4-4833-A398-E863F950203D}" type="presParOf" srcId="{C8357926-F1D6-4ADA-9192-AAD63D6C03CB}" destId="{F14C88C4-4C82-4107-A2F0-8BD140E96C82}" srcOrd="2" destOrd="0" presId="urn:microsoft.com/office/officeart/2018/2/layout/IconVerticalSolidList"/>
    <dgm:cxn modelId="{7C0CB6FA-C403-463D-8A0F-20B22A9B7D8E}" type="presParOf" srcId="{C8357926-F1D6-4ADA-9192-AAD63D6C03CB}" destId="{D087DD1B-3528-4F3B-80ED-CF23A35764AD}" srcOrd="3" destOrd="0" presId="urn:microsoft.com/office/officeart/2018/2/layout/IconVerticalSolidList"/>
    <dgm:cxn modelId="{BE647AA6-18BB-4DCD-8F44-E967CCDF14A4}" type="presParOf" srcId="{C3AF594E-3A9E-4AAE-82EB-88166BBA4357}" destId="{7A45BB9A-400C-462E-87FE-BA06C84CF21A}" srcOrd="3" destOrd="0" presId="urn:microsoft.com/office/officeart/2018/2/layout/IconVerticalSolidList"/>
    <dgm:cxn modelId="{3D8A17E4-4BB8-43B3-934D-4CF9A26692DF}" type="presParOf" srcId="{C3AF594E-3A9E-4AAE-82EB-88166BBA4357}" destId="{043517A4-6032-4B2B-9B86-CC14CC1EA549}" srcOrd="4" destOrd="0" presId="urn:microsoft.com/office/officeart/2018/2/layout/IconVerticalSolidList"/>
    <dgm:cxn modelId="{EA03C42F-0733-4CD6-B769-5B448E6E830E}" type="presParOf" srcId="{043517A4-6032-4B2B-9B86-CC14CC1EA549}" destId="{D6456A56-2BF6-473C-86FA-A24244DA31AB}" srcOrd="0" destOrd="0" presId="urn:microsoft.com/office/officeart/2018/2/layout/IconVerticalSolidList"/>
    <dgm:cxn modelId="{6430B7CE-D503-4FD0-8BA6-356DACB6E574}" type="presParOf" srcId="{043517A4-6032-4B2B-9B86-CC14CC1EA549}" destId="{40D2B8AC-F360-4E84-89A4-DA0BA1DDD6E4}" srcOrd="1" destOrd="0" presId="urn:microsoft.com/office/officeart/2018/2/layout/IconVerticalSolidList"/>
    <dgm:cxn modelId="{D4D8A979-043D-4E17-BB28-75F351DDC720}" type="presParOf" srcId="{043517A4-6032-4B2B-9B86-CC14CC1EA549}" destId="{244DDA29-8238-4095-9C1C-914C87A0ED5F}" srcOrd="2" destOrd="0" presId="urn:microsoft.com/office/officeart/2018/2/layout/IconVerticalSolidList"/>
    <dgm:cxn modelId="{41AF5EF4-B38C-4C00-8079-C161F508491D}" type="presParOf" srcId="{043517A4-6032-4B2B-9B86-CC14CC1EA549}" destId="{5B4B615D-9F38-47E8-9CC2-EEED740DD7E4}" srcOrd="3" destOrd="0" presId="urn:microsoft.com/office/officeart/2018/2/layout/IconVerticalSolidList"/>
    <dgm:cxn modelId="{07506AFF-128B-4E6A-95DA-A2FB740114E8}" type="presParOf" srcId="{C3AF594E-3A9E-4AAE-82EB-88166BBA4357}" destId="{E957D698-1742-46A7-BC29-8519185A37DF}" srcOrd="5" destOrd="0" presId="urn:microsoft.com/office/officeart/2018/2/layout/IconVerticalSolidList"/>
    <dgm:cxn modelId="{487801FF-9B20-40DF-9DDB-92349618CEBD}" type="presParOf" srcId="{C3AF594E-3A9E-4AAE-82EB-88166BBA4357}" destId="{86126776-F4F4-4171-B795-47E378AB5D62}" srcOrd="6" destOrd="0" presId="urn:microsoft.com/office/officeart/2018/2/layout/IconVerticalSolidList"/>
    <dgm:cxn modelId="{BA847C12-4BEE-4043-9F1C-567C84166736}" type="presParOf" srcId="{86126776-F4F4-4171-B795-47E378AB5D62}" destId="{D1F007C6-095B-4D34-98CA-85B608858F8A}" srcOrd="0" destOrd="0" presId="urn:microsoft.com/office/officeart/2018/2/layout/IconVerticalSolidList"/>
    <dgm:cxn modelId="{D2E7F00A-B317-4CDF-8AE8-14AAD3E284A5}" type="presParOf" srcId="{86126776-F4F4-4171-B795-47E378AB5D62}" destId="{1081DFF6-1951-4F64-8EAD-DB534CB77A9E}" srcOrd="1" destOrd="0" presId="urn:microsoft.com/office/officeart/2018/2/layout/IconVerticalSolidList"/>
    <dgm:cxn modelId="{124215E7-34B3-4087-9925-68377F9C16D8}" type="presParOf" srcId="{86126776-F4F4-4171-B795-47E378AB5D62}" destId="{B212648C-AC04-4DF5-87D7-024FBC36B612}" srcOrd="2" destOrd="0" presId="urn:microsoft.com/office/officeart/2018/2/layout/IconVerticalSolidList"/>
    <dgm:cxn modelId="{EEBB9E09-8B5B-43C0-A271-177D1CAE0A9E}" type="presParOf" srcId="{86126776-F4F4-4171-B795-47E378AB5D62}" destId="{4BDDBD67-95D4-42E8-9DEB-E341D8EF62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2270A484-61A8-45C2-9422-F85A0DFDFB62}" type="doc">
      <dgm:prSet loTypeId="urn:microsoft.com/office/officeart/2005/8/layout/vProcess5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CL"/>
        </a:p>
      </dgm:t>
    </dgm:pt>
    <dgm:pt modelId="{9BBD8CD4-CA7F-4031-BF45-D978CCF62263}">
      <dgm:prSet phldrT="[Texto]"/>
      <dgm:spPr/>
      <dgm:t>
        <a:bodyPr/>
        <a:lstStyle/>
        <a:p>
          <a:pPr>
            <a:buNone/>
          </a:pPr>
          <a:r>
            <a:rPr lang="es-ES" b="1" dirty="0"/>
            <a:t>Fin de semana sin incidentes operacionales.</a:t>
          </a:r>
          <a:endParaRPr lang="es-CL" dirty="0"/>
        </a:p>
      </dgm:t>
    </dgm:pt>
    <dgm:pt modelId="{EF2DADC0-B336-4B85-9271-5F2FB8B541FE}" type="parTrans" cxnId="{E5C2FF02-46EB-493D-8DC8-8A66B0817E20}">
      <dgm:prSet/>
      <dgm:spPr/>
      <dgm:t>
        <a:bodyPr/>
        <a:lstStyle/>
        <a:p>
          <a:endParaRPr lang="es-CL"/>
        </a:p>
      </dgm:t>
    </dgm:pt>
    <dgm:pt modelId="{E5BA3D37-4F3E-4082-9809-4F0259424282}" type="sibTrans" cxnId="{E5C2FF02-46EB-493D-8DC8-8A66B0817E20}">
      <dgm:prSet/>
      <dgm:spPr/>
      <dgm:t>
        <a:bodyPr/>
        <a:lstStyle/>
        <a:p>
          <a:endParaRPr lang="es-CL"/>
        </a:p>
      </dgm:t>
    </dgm:pt>
    <dgm:pt modelId="{CC1937E8-C148-4F06-BBF2-C1C1F5ED8B02}">
      <dgm:prSet phldrT="[Texto]"/>
      <dgm:spPr/>
      <dgm:t>
        <a:bodyPr/>
        <a:lstStyle/>
        <a:p>
          <a:pPr>
            <a:buNone/>
          </a:pPr>
          <a:r>
            <a:rPr lang="es-ES" b="1" dirty="0"/>
            <a:t>La red LTE mantuvo estabilidad y disponibilidad total.</a:t>
          </a:r>
          <a:endParaRPr lang="es-CL" dirty="0"/>
        </a:p>
      </dgm:t>
    </dgm:pt>
    <dgm:pt modelId="{0D375A2F-53E7-4893-B67A-D92AF9CAF72D}" type="parTrans" cxnId="{C071B38B-EE4C-4206-9D9B-3A5A4FB4329A}">
      <dgm:prSet/>
      <dgm:spPr/>
      <dgm:t>
        <a:bodyPr/>
        <a:lstStyle/>
        <a:p>
          <a:endParaRPr lang="es-CL"/>
        </a:p>
      </dgm:t>
    </dgm:pt>
    <dgm:pt modelId="{243FC944-85DF-4C72-AFE9-299FE37CCEEE}" type="sibTrans" cxnId="{C071B38B-EE4C-4206-9D9B-3A5A4FB4329A}">
      <dgm:prSet/>
      <dgm:spPr/>
      <dgm:t>
        <a:bodyPr/>
        <a:lstStyle/>
        <a:p>
          <a:endParaRPr lang="es-CL"/>
        </a:p>
      </dgm:t>
    </dgm:pt>
    <dgm:pt modelId="{D782B8B3-53AA-4752-BAED-2FC1F8E1FA5A}">
      <dgm:prSet phldrT="[Texto]"/>
      <dgm:spPr/>
      <dgm:t>
        <a:bodyPr/>
        <a:lstStyle/>
        <a:p>
          <a:pPr>
            <a:buNone/>
          </a:pPr>
          <a:r>
            <a:rPr lang="es-ES" b="1" dirty="0"/>
            <a:t>Se continuará con la validación documental de CPE y revisión de comunicación de GG en próximos turnos.</a:t>
          </a:r>
          <a:endParaRPr lang="es-CL" dirty="0"/>
        </a:p>
      </dgm:t>
    </dgm:pt>
    <dgm:pt modelId="{03A318DB-AE37-4779-9B22-EC3C0343139F}" type="parTrans" cxnId="{693246E6-8B7F-4534-80BF-26F4240F7773}">
      <dgm:prSet/>
      <dgm:spPr/>
      <dgm:t>
        <a:bodyPr/>
        <a:lstStyle/>
        <a:p>
          <a:endParaRPr lang="es-CL"/>
        </a:p>
      </dgm:t>
    </dgm:pt>
    <dgm:pt modelId="{3A4AA077-7660-4C8C-BE99-EF9EEDCD537B}" type="sibTrans" cxnId="{693246E6-8B7F-4534-80BF-26F4240F7773}">
      <dgm:prSet/>
      <dgm:spPr/>
      <dgm:t>
        <a:bodyPr/>
        <a:lstStyle/>
        <a:p>
          <a:endParaRPr lang="es-CL"/>
        </a:p>
      </dgm:t>
    </dgm:pt>
    <dgm:pt modelId="{BC299151-4994-4EBB-902A-CE46C951BF4B}" type="pres">
      <dgm:prSet presAssocID="{2270A484-61A8-45C2-9422-F85A0DFDFB62}" presName="outerComposite" presStyleCnt="0">
        <dgm:presLayoutVars>
          <dgm:chMax val="5"/>
          <dgm:dir/>
          <dgm:resizeHandles val="exact"/>
        </dgm:presLayoutVars>
      </dgm:prSet>
      <dgm:spPr/>
    </dgm:pt>
    <dgm:pt modelId="{35C8B230-0CCF-40D3-B042-AE82DCE9D3D4}" type="pres">
      <dgm:prSet presAssocID="{2270A484-61A8-45C2-9422-F85A0DFDFB62}" presName="dummyMaxCanvas" presStyleCnt="0">
        <dgm:presLayoutVars/>
      </dgm:prSet>
      <dgm:spPr/>
    </dgm:pt>
    <dgm:pt modelId="{DD0CC387-1F83-4F1D-A80F-92FA6F893FBF}" type="pres">
      <dgm:prSet presAssocID="{2270A484-61A8-45C2-9422-F85A0DFDFB62}" presName="ThreeNodes_1" presStyleLbl="node1" presStyleIdx="0" presStyleCnt="3">
        <dgm:presLayoutVars>
          <dgm:bulletEnabled val="1"/>
        </dgm:presLayoutVars>
      </dgm:prSet>
      <dgm:spPr/>
    </dgm:pt>
    <dgm:pt modelId="{AD32F582-7FFA-4BD7-BEE6-309D78D6B0DB}" type="pres">
      <dgm:prSet presAssocID="{2270A484-61A8-45C2-9422-F85A0DFDFB62}" presName="ThreeNodes_2" presStyleLbl="node1" presStyleIdx="1" presStyleCnt="3">
        <dgm:presLayoutVars>
          <dgm:bulletEnabled val="1"/>
        </dgm:presLayoutVars>
      </dgm:prSet>
      <dgm:spPr/>
    </dgm:pt>
    <dgm:pt modelId="{46DCC1FF-6224-4E2D-9819-51C3B66E58ED}" type="pres">
      <dgm:prSet presAssocID="{2270A484-61A8-45C2-9422-F85A0DFDFB62}" presName="ThreeNodes_3" presStyleLbl="node1" presStyleIdx="2" presStyleCnt="3">
        <dgm:presLayoutVars>
          <dgm:bulletEnabled val="1"/>
        </dgm:presLayoutVars>
      </dgm:prSet>
      <dgm:spPr/>
    </dgm:pt>
    <dgm:pt modelId="{862F12A6-3774-4094-8F17-0E0E0026E6CB}" type="pres">
      <dgm:prSet presAssocID="{2270A484-61A8-45C2-9422-F85A0DFDFB62}" presName="ThreeConn_1-2" presStyleLbl="fgAccFollowNode1" presStyleIdx="0" presStyleCnt="2">
        <dgm:presLayoutVars>
          <dgm:bulletEnabled val="1"/>
        </dgm:presLayoutVars>
      </dgm:prSet>
      <dgm:spPr/>
    </dgm:pt>
    <dgm:pt modelId="{AAA8D6AF-70A0-403C-8CD7-1F6CDEBDCEA0}" type="pres">
      <dgm:prSet presAssocID="{2270A484-61A8-45C2-9422-F85A0DFDFB62}" presName="ThreeConn_2-3" presStyleLbl="fgAccFollowNode1" presStyleIdx="1" presStyleCnt="2">
        <dgm:presLayoutVars>
          <dgm:bulletEnabled val="1"/>
        </dgm:presLayoutVars>
      </dgm:prSet>
      <dgm:spPr/>
    </dgm:pt>
    <dgm:pt modelId="{79EFD7FB-A70B-40FE-BD38-3FEFF80E3466}" type="pres">
      <dgm:prSet presAssocID="{2270A484-61A8-45C2-9422-F85A0DFDFB62}" presName="ThreeNodes_1_text" presStyleLbl="node1" presStyleIdx="2" presStyleCnt="3">
        <dgm:presLayoutVars>
          <dgm:bulletEnabled val="1"/>
        </dgm:presLayoutVars>
      </dgm:prSet>
      <dgm:spPr/>
    </dgm:pt>
    <dgm:pt modelId="{5B3686FA-6EAE-4E21-A31B-8BA54E0E38CE}" type="pres">
      <dgm:prSet presAssocID="{2270A484-61A8-45C2-9422-F85A0DFDFB62}" presName="ThreeNodes_2_text" presStyleLbl="node1" presStyleIdx="2" presStyleCnt="3">
        <dgm:presLayoutVars>
          <dgm:bulletEnabled val="1"/>
        </dgm:presLayoutVars>
      </dgm:prSet>
      <dgm:spPr/>
    </dgm:pt>
    <dgm:pt modelId="{1F10DF22-5EEA-40CB-986A-A895BA6F4E3D}" type="pres">
      <dgm:prSet presAssocID="{2270A484-61A8-45C2-9422-F85A0DFDFB6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5C2FF02-46EB-493D-8DC8-8A66B0817E20}" srcId="{2270A484-61A8-45C2-9422-F85A0DFDFB62}" destId="{9BBD8CD4-CA7F-4031-BF45-D978CCF62263}" srcOrd="0" destOrd="0" parTransId="{EF2DADC0-B336-4B85-9271-5F2FB8B541FE}" sibTransId="{E5BA3D37-4F3E-4082-9809-4F0259424282}"/>
    <dgm:cxn modelId="{32544E0B-4F62-4D0B-887D-C419FAF3F752}" type="presOf" srcId="{CC1937E8-C148-4F06-BBF2-C1C1F5ED8B02}" destId="{AD32F582-7FFA-4BD7-BEE6-309D78D6B0DB}" srcOrd="0" destOrd="0" presId="urn:microsoft.com/office/officeart/2005/8/layout/vProcess5"/>
    <dgm:cxn modelId="{BC709768-E500-4556-984C-B0F25001D4D5}" type="presOf" srcId="{D782B8B3-53AA-4752-BAED-2FC1F8E1FA5A}" destId="{1F10DF22-5EEA-40CB-986A-A895BA6F4E3D}" srcOrd="1" destOrd="0" presId="urn:microsoft.com/office/officeart/2005/8/layout/vProcess5"/>
    <dgm:cxn modelId="{5AB51149-A3C4-4305-AF12-1472A430C513}" type="presOf" srcId="{E5BA3D37-4F3E-4082-9809-4F0259424282}" destId="{862F12A6-3774-4094-8F17-0E0E0026E6CB}" srcOrd="0" destOrd="0" presId="urn:microsoft.com/office/officeart/2005/8/layout/vProcess5"/>
    <dgm:cxn modelId="{45F3006F-E118-4F9B-8E5C-92524F224943}" type="presOf" srcId="{D782B8B3-53AA-4752-BAED-2FC1F8E1FA5A}" destId="{46DCC1FF-6224-4E2D-9819-51C3B66E58ED}" srcOrd="0" destOrd="0" presId="urn:microsoft.com/office/officeart/2005/8/layout/vProcess5"/>
    <dgm:cxn modelId="{2B6F5053-2AAF-4BBF-9F51-9F6B11A96218}" type="presOf" srcId="{CC1937E8-C148-4F06-BBF2-C1C1F5ED8B02}" destId="{5B3686FA-6EAE-4E21-A31B-8BA54E0E38CE}" srcOrd="1" destOrd="0" presId="urn:microsoft.com/office/officeart/2005/8/layout/vProcess5"/>
    <dgm:cxn modelId="{F3C2BA54-A4BD-4D51-B8B7-641D41F75B0B}" type="presOf" srcId="{9BBD8CD4-CA7F-4031-BF45-D978CCF62263}" destId="{DD0CC387-1F83-4F1D-A80F-92FA6F893FBF}" srcOrd="0" destOrd="0" presId="urn:microsoft.com/office/officeart/2005/8/layout/vProcess5"/>
    <dgm:cxn modelId="{C071B38B-EE4C-4206-9D9B-3A5A4FB4329A}" srcId="{2270A484-61A8-45C2-9422-F85A0DFDFB62}" destId="{CC1937E8-C148-4F06-BBF2-C1C1F5ED8B02}" srcOrd="1" destOrd="0" parTransId="{0D375A2F-53E7-4893-B67A-D92AF9CAF72D}" sibTransId="{243FC944-85DF-4C72-AFE9-299FE37CCEEE}"/>
    <dgm:cxn modelId="{E474FAB2-6C56-4DAC-B4C9-21E3E2C91591}" type="presOf" srcId="{2270A484-61A8-45C2-9422-F85A0DFDFB62}" destId="{BC299151-4994-4EBB-902A-CE46C951BF4B}" srcOrd="0" destOrd="0" presId="urn:microsoft.com/office/officeart/2005/8/layout/vProcess5"/>
    <dgm:cxn modelId="{A9E70CDE-58D0-4C18-B51A-91DFB001B557}" type="presOf" srcId="{243FC944-85DF-4C72-AFE9-299FE37CCEEE}" destId="{AAA8D6AF-70A0-403C-8CD7-1F6CDEBDCEA0}" srcOrd="0" destOrd="0" presId="urn:microsoft.com/office/officeart/2005/8/layout/vProcess5"/>
    <dgm:cxn modelId="{693246E6-8B7F-4534-80BF-26F4240F7773}" srcId="{2270A484-61A8-45C2-9422-F85A0DFDFB62}" destId="{D782B8B3-53AA-4752-BAED-2FC1F8E1FA5A}" srcOrd="2" destOrd="0" parTransId="{03A318DB-AE37-4779-9B22-EC3C0343139F}" sibTransId="{3A4AA077-7660-4C8C-BE99-EF9EEDCD537B}"/>
    <dgm:cxn modelId="{FF2B7FEB-ACF4-41B2-9F50-4CA7426B8BDC}" type="presOf" srcId="{9BBD8CD4-CA7F-4031-BF45-D978CCF62263}" destId="{79EFD7FB-A70B-40FE-BD38-3FEFF80E3466}" srcOrd="1" destOrd="0" presId="urn:microsoft.com/office/officeart/2005/8/layout/vProcess5"/>
    <dgm:cxn modelId="{73C70F89-D049-4B1E-80B9-69919718A15C}" type="presParOf" srcId="{BC299151-4994-4EBB-902A-CE46C951BF4B}" destId="{35C8B230-0CCF-40D3-B042-AE82DCE9D3D4}" srcOrd="0" destOrd="0" presId="urn:microsoft.com/office/officeart/2005/8/layout/vProcess5"/>
    <dgm:cxn modelId="{F59B1D68-3FBB-423F-B1CF-C254A377F184}" type="presParOf" srcId="{BC299151-4994-4EBB-902A-CE46C951BF4B}" destId="{DD0CC387-1F83-4F1D-A80F-92FA6F893FBF}" srcOrd="1" destOrd="0" presId="urn:microsoft.com/office/officeart/2005/8/layout/vProcess5"/>
    <dgm:cxn modelId="{7FA74902-7ED9-4DE7-ADC3-1EADD0BA0ACB}" type="presParOf" srcId="{BC299151-4994-4EBB-902A-CE46C951BF4B}" destId="{AD32F582-7FFA-4BD7-BEE6-309D78D6B0DB}" srcOrd="2" destOrd="0" presId="urn:microsoft.com/office/officeart/2005/8/layout/vProcess5"/>
    <dgm:cxn modelId="{E91DF7F7-8F16-4557-A0B7-3A93538D8BF2}" type="presParOf" srcId="{BC299151-4994-4EBB-902A-CE46C951BF4B}" destId="{46DCC1FF-6224-4E2D-9819-51C3B66E58ED}" srcOrd="3" destOrd="0" presId="urn:microsoft.com/office/officeart/2005/8/layout/vProcess5"/>
    <dgm:cxn modelId="{7C3DE6A2-3829-4BEC-BAF2-BC686B5A98C7}" type="presParOf" srcId="{BC299151-4994-4EBB-902A-CE46C951BF4B}" destId="{862F12A6-3774-4094-8F17-0E0E0026E6CB}" srcOrd="4" destOrd="0" presId="urn:microsoft.com/office/officeart/2005/8/layout/vProcess5"/>
    <dgm:cxn modelId="{4898DE44-3681-4B68-9D75-B65206A53836}" type="presParOf" srcId="{BC299151-4994-4EBB-902A-CE46C951BF4B}" destId="{AAA8D6AF-70A0-403C-8CD7-1F6CDEBDCEA0}" srcOrd="5" destOrd="0" presId="urn:microsoft.com/office/officeart/2005/8/layout/vProcess5"/>
    <dgm:cxn modelId="{EE757202-7800-42A1-B2BB-05A8559D4B07}" type="presParOf" srcId="{BC299151-4994-4EBB-902A-CE46C951BF4B}" destId="{79EFD7FB-A70B-40FE-BD38-3FEFF80E3466}" srcOrd="6" destOrd="0" presId="urn:microsoft.com/office/officeart/2005/8/layout/vProcess5"/>
    <dgm:cxn modelId="{3FB97930-9AC0-4758-864B-CA6531C5C706}" type="presParOf" srcId="{BC299151-4994-4EBB-902A-CE46C951BF4B}" destId="{5B3686FA-6EAE-4E21-A31B-8BA54E0E38CE}" srcOrd="7" destOrd="0" presId="urn:microsoft.com/office/officeart/2005/8/layout/vProcess5"/>
    <dgm:cxn modelId="{B3C0E2A4-FBBA-43C1-BC8D-067ED5363F80}" type="presParOf" srcId="{BC299151-4994-4EBB-902A-CE46C951BF4B}" destId="{1F10DF22-5EEA-40CB-986A-A895BA6F4E3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E0037-248F-4ADD-AF52-3C5D3AAA6092}">
      <dsp:nvSpPr>
        <dsp:cNvPr id="0" name=""/>
        <dsp:cNvSpPr/>
      </dsp:nvSpPr>
      <dsp:spPr>
        <a:xfrm>
          <a:off x="0" y="344506"/>
          <a:ext cx="5171068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42CBF9B-DEDE-4C59-85E3-CBE17AD4F7BB}">
      <dsp:nvSpPr>
        <dsp:cNvPr id="0" name=""/>
        <dsp:cNvSpPr/>
      </dsp:nvSpPr>
      <dsp:spPr>
        <a:xfrm>
          <a:off x="258553" y="34546"/>
          <a:ext cx="3619748" cy="6199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18" tIns="0" rIns="1368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OPERACIÓN GENERAL ESTABLE DURANTE EL FIN DE SEMANA.</a:t>
          </a:r>
          <a:endParaRPr lang="es-CL" sz="1100" b="1" kern="1200" dirty="0"/>
        </a:p>
      </dsp:txBody>
      <dsp:txXfrm>
        <a:off x="288815" y="64808"/>
        <a:ext cx="3559224" cy="559396"/>
      </dsp:txXfrm>
    </dsp:sp>
    <dsp:sp modelId="{6D957E9D-09FD-4980-A09D-AC3F593B117D}">
      <dsp:nvSpPr>
        <dsp:cNvPr id="0" name=""/>
        <dsp:cNvSpPr/>
      </dsp:nvSpPr>
      <dsp:spPr>
        <a:xfrm>
          <a:off x="0" y="1297066"/>
          <a:ext cx="5171068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A44DCD6-FA6A-4E3B-AE92-5E13B22A0C8B}">
      <dsp:nvSpPr>
        <dsp:cNvPr id="0" name=""/>
        <dsp:cNvSpPr/>
      </dsp:nvSpPr>
      <dsp:spPr>
        <a:xfrm>
          <a:off x="258553" y="987106"/>
          <a:ext cx="3619748" cy="6199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18" tIns="0" rIns="1368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 dirty="0"/>
            <a:t>SE EJECUTAN MANTENIMIENTOS PREVENTIVOS PROGRAMADOS.</a:t>
          </a:r>
        </a:p>
      </dsp:txBody>
      <dsp:txXfrm>
        <a:off x="288815" y="1017368"/>
        <a:ext cx="3559224" cy="559396"/>
      </dsp:txXfrm>
    </dsp:sp>
    <dsp:sp modelId="{3D7E8C18-35BA-46D0-B662-A224E09AF0C8}">
      <dsp:nvSpPr>
        <dsp:cNvPr id="0" name=""/>
        <dsp:cNvSpPr/>
      </dsp:nvSpPr>
      <dsp:spPr>
        <a:xfrm>
          <a:off x="0" y="2249626"/>
          <a:ext cx="5171068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B57145-1CD2-437F-8CA6-488875B0AF5B}">
      <dsp:nvSpPr>
        <dsp:cNvPr id="0" name=""/>
        <dsp:cNvSpPr/>
      </dsp:nvSpPr>
      <dsp:spPr>
        <a:xfrm>
          <a:off x="258553" y="1939666"/>
          <a:ext cx="3619748" cy="6199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18" tIns="0" rIns="1368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SE REALIZA EL CAMBIO DE ANTENA CPE EN PALA 204.</a:t>
          </a:r>
          <a:endParaRPr lang="es-CL" sz="1100" b="1" kern="1200" dirty="0"/>
        </a:p>
      </dsp:txBody>
      <dsp:txXfrm>
        <a:off x="288815" y="1969928"/>
        <a:ext cx="3559224" cy="559396"/>
      </dsp:txXfrm>
    </dsp:sp>
    <dsp:sp modelId="{9A709424-0367-4116-955E-54F8182C6A0A}">
      <dsp:nvSpPr>
        <dsp:cNvPr id="0" name=""/>
        <dsp:cNvSpPr/>
      </dsp:nvSpPr>
      <dsp:spPr>
        <a:xfrm>
          <a:off x="0" y="3202186"/>
          <a:ext cx="5171068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A48E83E-9044-47AF-87FE-E761BF1A01A5}">
      <dsp:nvSpPr>
        <dsp:cNvPr id="0" name=""/>
        <dsp:cNvSpPr/>
      </dsp:nvSpPr>
      <dsp:spPr>
        <a:xfrm>
          <a:off x="258553" y="2892226"/>
          <a:ext cx="3619748" cy="6199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18" tIns="0" rIns="1368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SE MANTIENE EL SEGUIMIENTO POR ACCESO RESTRINGIDO (TARJETA VERDE).</a:t>
          </a:r>
          <a:endParaRPr lang="es-CL" sz="1100" b="1" kern="1200" dirty="0"/>
        </a:p>
      </dsp:txBody>
      <dsp:txXfrm>
        <a:off x="288815" y="2922488"/>
        <a:ext cx="3559224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50020-7A11-4770-B70E-8E51BC6F65F6}">
      <dsp:nvSpPr>
        <dsp:cNvPr id="0" name=""/>
        <dsp:cNvSpPr/>
      </dsp:nvSpPr>
      <dsp:spPr>
        <a:xfrm>
          <a:off x="0" y="0"/>
          <a:ext cx="4799710" cy="6279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Mantenimientos:</a:t>
          </a:r>
          <a:r>
            <a:rPr lang="es-ES" sz="1500" kern="1200" dirty="0"/>
            <a:t> Completados según planificación Gantt.</a:t>
          </a:r>
          <a:endParaRPr lang="es-CL" sz="1500" kern="1200" dirty="0"/>
        </a:p>
      </dsp:txBody>
      <dsp:txXfrm>
        <a:off x="18391" y="18391"/>
        <a:ext cx="4069084" cy="591131"/>
      </dsp:txXfrm>
    </dsp:sp>
    <dsp:sp modelId="{F093AABA-A649-418F-AFBB-2FDBF96BDBB6}">
      <dsp:nvSpPr>
        <dsp:cNvPr id="0" name=""/>
        <dsp:cNvSpPr/>
      </dsp:nvSpPr>
      <dsp:spPr>
        <a:xfrm>
          <a:off x="401975" y="742079"/>
          <a:ext cx="4799710" cy="6279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b="1" kern="1200" dirty="0"/>
            <a:t>Generadores:</a:t>
          </a:r>
          <a:r>
            <a:rPr lang="es-CL" sz="1500" kern="1200" dirty="0"/>
            <a:t> Operativos y dentro de rangos normales.</a:t>
          </a:r>
        </a:p>
      </dsp:txBody>
      <dsp:txXfrm>
        <a:off x="420366" y="760470"/>
        <a:ext cx="3952809" cy="591131"/>
      </dsp:txXfrm>
    </dsp:sp>
    <dsp:sp modelId="{E20EA0EE-DAFC-462E-8D25-0F2F6334F390}">
      <dsp:nvSpPr>
        <dsp:cNvPr id="0" name=""/>
        <dsp:cNvSpPr/>
      </dsp:nvSpPr>
      <dsp:spPr>
        <a:xfrm>
          <a:off x="797951" y="1484158"/>
          <a:ext cx="4799710" cy="6279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CPE:</a:t>
          </a:r>
          <a:r>
            <a:rPr lang="es-ES" sz="1500" kern="1200" dirty="0"/>
            <a:t> Cambio antena CPE Pala 204</a:t>
          </a:r>
          <a:endParaRPr lang="es-CL" sz="1500" kern="1200" dirty="0"/>
        </a:p>
      </dsp:txBody>
      <dsp:txXfrm>
        <a:off x="816342" y="1502549"/>
        <a:ext cx="3958808" cy="591131"/>
      </dsp:txXfrm>
    </dsp:sp>
    <dsp:sp modelId="{3D93A225-1C56-42CF-8E39-70BF8AD40DA9}">
      <dsp:nvSpPr>
        <dsp:cNvPr id="0" name=""/>
        <dsp:cNvSpPr/>
      </dsp:nvSpPr>
      <dsp:spPr>
        <a:xfrm>
          <a:off x="1199927" y="2226237"/>
          <a:ext cx="4799710" cy="6279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Desinstalaciones:</a:t>
          </a:r>
          <a:r>
            <a:rPr lang="es-ES" sz="1500" kern="1200" dirty="0"/>
            <a:t> Completa. Queda pendiente la fecha de baja de pala 202, sujeta a operatividad</a:t>
          </a:r>
          <a:endParaRPr lang="es-CL" sz="1500" kern="1200" dirty="0"/>
        </a:p>
      </dsp:txBody>
      <dsp:txXfrm>
        <a:off x="1218318" y="2244628"/>
        <a:ext cx="3952809" cy="591131"/>
      </dsp:txXfrm>
    </dsp:sp>
    <dsp:sp modelId="{38DEF359-2CCF-423B-B35E-151E3786C937}">
      <dsp:nvSpPr>
        <dsp:cNvPr id="0" name=""/>
        <dsp:cNvSpPr/>
      </dsp:nvSpPr>
      <dsp:spPr>
        <a:xfrm>
          <a:off x="4391566" y="480924"/>
          <a:ext cx="408143" cy="408143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800" kern="1200"/>
        </a:p>
      </dsp:txBody>
      <dsp:txXfrm>
        <a:off x="4483398" y="480924"/>
        <a:ext cx="224479" cy="307128"/>
      </dsp:txXfrm>
    </dsp:sp>
    <dsp:sp modelId="{2927D983-BC1A-4D4C-ABA2-0ACA33E7A540}">
      <dsp:nvSpPr>
        <dsp:cNvPr id="0" name=""/>
        <dsp:cNvSpPr/>
      </dsp:nvSpPr>
      <dsp:spPr>
        <a:xfrm>
          <a:off x="4793542" y="1223003"/>
          <a:ext cx="408143" cy="408143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800" kern="1200"/>
        </a:p>
      </dsp:txBody>
      <dsp:txXfrm>
        <a:off x="4885374" y="1223003"/>
        <a:ext cx="224479" cy="307128"/>
      </dsp:txXfrm>
    </dsp:sp>
    <dsp:sp modelId="{FC91A6FB-D7F9-4A4F-8E53-A732D5F846FB}">
      <dsp:nvSpPr>
        <dsp:cNvPr id="0" name=""/>
        <dsp:cNvSpPr/>
      </dsp:nvSpPr>
      <dsp:spPr>
        <a:xfrm>
          <a:off x="5189518" y="1965082"/>
          <a:ext cx="408143" cy="408143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800" kern="1200"/>
        </a:p>
      </dsp:txBody>
      <dsp:txXfrm>
        <a:off x="5281350" y="1965082"/>
        <a:ext cx="224479" cy="307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7A2CC-B665-476F-AC92-B112CC93B953}">
      <dsp:nvSpPr>
        <dsp:cNvPr id="0" name=""/>
        <dsp:cNvSpPr/>
      </dsp:nvSpPr>
      <dsp:spPr>
        <a:xfrm>
          <a:off x="0" y="0"/>
          <a:ext cx="5643301" cy="915760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>
              <a:solidFill>
                <a:srgbClr val="FFFFFF"/>
              </a:solidFill>
              <a:latin typeface="Arial"/>
            </a:rPr>
            <a:t>MANTENIMIENTOS PREVENTIVOS EJECUTADOS: </a:t>
          </a:r>
          <a:r>
            <a:rPr lang="es-CL" sz="1200" b="1" kern="1200" dirty="0">
              <a:solidFill>
                <a:srgbClr val="FFFFFF"/>
              </a:solidFill>
              <a:latin typeface="Arial"/>
            </a:rPr>
            <a:t>LTE_CMM_11, LTE_CMF_02, LTE_CMF_08, LTE_CMM_06, LTE_CMM_10 Y MMOO_01.</a:t>
          </a:r>
        </a:p>
      </dsp:txBody>
      <dsp:txXfrm>
        <a:off x="26822" y="26822"/>
        <a:ext cx="4577741" cy="862116"/>
      </dsp:txXfrm>
    </dsp:sp>
    <dsp:sp modelId="{15DD6459-FBEC-407E-A58C-7C830402464C}">
      <dsp:nvSpPr>
        <dsp:cNvPr id="0" name=""/>
        <dsp:cNvSpPr/>
      </dsp:nvSpPr>
      <dsp:spPr>
        <a:xfrm>
          <a:off x="472626" y="1082262"/>
          <a:ext cx="5643301" cy="915760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>
              <a:solidFill>
                <a:srgbClr val="FFFFFF"/>
              </a:solidFill>
              <a:latin typeface="Aptos Narrow" panose="020B0004020202020204" pitchFamily="34" charset="0"/>
            </a:rPr>
            <a:t>SE REALIZO MEDICION Y VALIDACION DE BANCO DE BATERIAS DE LOS CARROS LTE.</a:t>
          </a:r>
          <a:endParaRPr lang="es-CL" sz="1400" b="1" kern="1200" dirty="0">
            <a:solidFill>
              <a:srgbClr val="FFFFFF"/>
            </a:solidFill>
            <a:latin typeface="Arial"/>
          </a:endParaRPr>
        </a:p>
      </dsp:txBody>
      <dsp:txXfrm>
        <a:off x="499448" y="1109084"/>
        <a:ext cx="4521786" cy="862116"/>
      </dsp:txXfrm>
    </dsp:sp>
    <dsp:sp modelId="{59415126-C9D4-43E7-A73F-CE42D43758DA}">
      <dsp:nvSpPr>
        <dsp:cNvPr id="0" name=""/>
        <dsp:cNvSpPr/>
      </dsp:nvSpPr>
      <dsp:spPr>
        <a:xfrm>
          <a:off x="938198" y="2164525"/>
          <a:ext cx="5643301" cy="915760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>
              <a:solidFill>
                <a:srgbClr val="FFFFFF"/>
              </a:solidFill>
              <a:latin typeface="Arial"/>
            </a:rPr>
            <a:t>GESTIÓN OPERACIONAL COMPLEMENTARIA: REPORTABILIDAD DE GENERADORES, INSPECCIÓN DE BATERÍAS EN CARGA.</a:t>
          </a:r>
        </a:p>
      </dsp:txBody>
      <dsp:txXfrm>
        <a:off x="965020" y="2191347"/>
        <a:ext cx="4528840" cy="862116"/>
      </dsp:txXfrm>
    </dsp:sp>
    <dsp:sp modelId="{2D500B75-536B-45A3-871B-EE8D0AE9E2AF}">
      <dsp:nvSpPr>
        <dsp:cNvPr id="0" name=""/>
        <dsp:cNvSpPr/>
      </dsp:nvSpPr>
      <dsp:spPr>
        <a:xfrm>
          <a:off x="1410825" y="3246788"/>
          <a:ext cx="5643301" cy="915760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>
              <a:solidFill>
                <a:srgbClr val="FFFFFF"/>
              </a:solidFill>
              <a:latin typeface="Arial"/>
            </a:rPr>
            <a:t>SE MANTIENE CONTROL DOCUMENTAL EN TERRENO.</a:t>
          </a:r>
          <a:endParaRPr lang="es-CL" sz="1200" b="1" kern="1200" dirty="0">
            <a:solidFill>
              <a:srgbClr val="FFFFFF"/>
            </a:solidFill>
            <a:latin typeface="Arial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200" b="1" kern="1200" dirty="0"/>
        </a:p>
      </dsp:txBody>
      <dsp:txXfrm>
        <a:off x="1437647" y="3273610"/>
        <a:ext cx="4521786" cy="862116"/>
      </dsp:txXfrm>
    </dsp:sp>
    <dsp:sp modelId="{66D8A2B1-E8AF-4600-B5FC-6C4D07328F85}">
      <dsp:nvSpPr>
        <dsp:cNvPr id="0" name=""/>
        <dsp:cNvSpPr/>
      </dsp:nvSpPr>
      <dsp:spPr>
        <a:xfrm>
          <a:off x="5048057" y="701389"/>
          <a:ext cx="595244" cy="595244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700" kern="1200"/>
        </a:p>
      </dsp:txBody>
      <dsp:txXfrm>
        <a:off x="5181987" y="701389"/>
        <a:ext cx="327384" cy="447921"/>
      </dsp:txXfrm>
    </dsp:sp>
    <dsp:sp modelId="{B9B5EF88-BA7E-44ED-BBF6-108AD4868DB8}">
      <dsp:nvSpPr>
        <dsp:cNvPr id="0" name=""/>
        <dsp:cNvSpPr/>
      </dsp:nvSpPr>
      <dsp:spPr>
        <a:xfrm>
          <a:off x="5520683" y="1783652"/>
          <a:ext cx="595244" cy="595244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700" kern="1200"/>
        </a:p>
      </dsp:txBody>
      <dsp:txXfrm>
        <a:off x="5654613" y="1783652"/>
        <a:ext cx="327384" cy="447921"/>
      </dsp:txXfrm>
    </dsp:sp>
    <dsp:sp modelId="{D89E4B63-1D55-476E-85ED-2B3F014F582A}">
      <dsp:nvSpPr>
        <dsp:cNvPr id="0" name=""/>
        <dsp:cNvSpPr/>
      </dsp:nvSpPr>
      <dsp:spPr>
        <a:xfrm>
          <a:off x="5986255" y="2865914"/>
          <a:ext cx="595244" cy="595244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700" kern="1200"/>
        </a:p>
      </dsp:txBody>
      <dsp:txXfrm>
        <a:off x="6120185" y="2865914"/>
        <a:ext cx="327384" cy="4479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70076-E8CA-4027-8351-1A6D282B852E}">
      <dsp:nvSpPr>
        <dsp:cNvPr id="0" name=""/>
        <dsp:cNvSpPr/>
      </dsp:nvSpPr>
      <dsp:spPr>
        <a:xfrm>
          <a:off x="722853" y="285255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047D1-BDBB-456A-A18E-B0B34B708E34}">
      <dsp:nvSpPr>
        <dsp:cNvPr id="0" name=""/>
        <dsp:cNvSpPr/>
      </dsp:nvSpPr>
      <dsp:spPr>
        <a:xfrm>
          <a:off x="275710" y="1277567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>
              <a:solidFill>
                <a:schemeClr val="bg1"/>
              </a:solidFill>
            </a:rPr>
            <a:t>EJECUCIÓN DE TEST DE ALCOHOL Y DROGAS.</a:t>
          </a:r>
          <a:endParaRPr lang="es-CL" sz="1400" b="1" kern="1200" dirty="0">
            <a:solidFill>
              <a:schemeClr val="bg1"/>
            </a:solidFill>
          </a:endParaRPr>
        </a:p>
      </dsp:txBody>
      <dsp:txXfrm>
        <a:off x="275710" y="1277567"/>
        <a:ext cx="1625976" cy="691040"/>
      </dsp:txXfrm>
    </dsp:sp>
    <dsp:sp modelId="{98B44BA3-2E96-471D-88EB-25AA2C650C82}">
      <dsp:nvSpPr>
        <dsp:cNvPr id="0" name=""/>
        <dsp:cNvSpPr/>
      </dsp:nvSpPr>
      <dsp:spPr>
        <a:xfrm>
          <a:off x="2633376" y="285255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15483-852B-44CC-9C8C-3ADF54D0899B}">
      <dsp:nvSpPr>
        <dsp:cNvPr id="0" name=""/>
        <dsp:cNvSpPr/>
      </dsp:nvSpPr>
      <dsp:spPr>
        <a:xfrm>
          <a:off x="2186232" y="1277567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solidFill>
                <a:schemeClr val="bg1"/>
              </a:solidFill>
            </a:rPr>
            <a:t>CAMPAÑA ALTAS TEMPERATURAS” PROTÉGETE DE LAS ALTAS TEMPERATURAS” </a:t>
          </a:r>
          <a:r>
            <a:rPr lang="es-ES" sz="1200" b="1" kern="1200">
              <a:solidFill>
                <a:schemeClr val="bg1"/>
              </a:solidFill>
            </a:rPr>
            <a:t>.</a:t>
          </a:r>
          <a:endParaRPr lang="es-CL" sz="1200" b="1" kern="1200" dirty="0">
            <a:solidFill>
              <a:schemeClr val="bg1"/>
            </a:solidFill>
          </a:endParaRPr>
        </a:p>
      </dsp:txBody>
      <dsp:txXfrm>
        <a:off x="2186232" y="1277567"/>
        <a:ext cx="1625976" cy="691040"/>
      </dsp:txXfrm>
    </dsp:sp>
    <dsp:sp modelId="{B73B7CCE-D05B-429A-A5B5-7F8EE4B1BF3B}">
      <dsp:nvSpPr>
        <dsp:cNvPr id="0" name=""/>
        <dsp:cNvSpPr/>
      </dsp:nvSpPr>
      <dsp:spPr>
        <a:xfrm>
          <a:off x="4543898" y="285255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77468-8F9F-40A2-B604-AA1092AB2F46}">
      <dsp:nvSpPr>
        <dsp:cNvPr id="0" name=""/>
        <dsp:cNvSpPr/>
      </dsp:nvSpPr>
      <dsp:spPr>
        <a:xfrm>
          <a:off x="4096755" y="1277567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>
              <a:solidFill>
                <a:schemeClr val="bg1"/>
              </a:solidFill>
            </a:rPr>
            <a:t>DIFUSIÓN INFORMES FLASH.</a:t>
          </a:r>
          <a:endParaRPr lang="es-CL" sz="1400" b="1" kern="1200" dirty="0">
            <a:solidFill>
              <a:schemeClr val="bg1"/>
            </a:solidFill>
          </a:endParaRPr>
        </a:p>
      </dsp:txBody>
      <dsp:txXfrm>
        <a:off x="4096755" y="1277567"/>
        <a:ext cx="1625976" cy="691040"/>
      </dsp:txXfrm>
    </dsp:sp>
    <dsp:sp modelId="{4E1490C1-57EC-4892-9CFD-2E4B28DC5ACE}">
      <dsp:nvSpPr>
        <dsp:cNvPr id="0" name=""/>
        <dsp:cNvSpPr/>
      </dsp:nvSpPr>
      <dsp:spPr>
        <a:xfrm>
          <a:off x="1678115" y="2375102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F31A65-EDCA-4958-8961-AB28F239547E}">
      <dsp:nvSpPr>
        <dsp:cNvPr id="0" name=""/>
        <dsp:cNvSpPr/>
      </dsp:nvSpPr>
      <dsp:spPr>
        <a:xfrm>
          <a:off x="1230971" y="3367414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solidFill>
                <a:schemeClr val="bg1"/>
              </a:solidFill>
            </a:rPr>
            <a:t>ACTUALIZACIÓN REGISTRO DE PROCEDIMIENTOS OPERACIONALES</a:t>
          </a:r>
          <a:endParaRPr lang="es-CL" sz="1200" b="1" kern="1200" dirty="0">
            <a:solidFill>
              <a:schemeClr val="bg1"/>
            </a:solidFill>
          </a:endParaRPr>
        </a:p>
      </dsp:txBody>
      <dsp:txXfrm>
        <a:off x="1230971" y="3367414"/>
        <a:ext cx="1625976" cy="691040"/>
      </dsp:txXfrm>
    </dsp:sp>
    <dsp:sp modelId="{CA2703E1-CC8F-4545-8B4D-CB0618C2B219}">
      <dsp:nvSpPr>
        <dsp:cNvPr id="0" name=""/>
        <dsp:cNvSpPr/>
      </dsp:nvSpPr>
      <dsp:spPr>
        <a:xfrm>
          <a:off x="3588637" y="2375102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A7568-33C1-4C29-928D-2B153356330C}">
      <dsp:nvSpPr>
        <dsp:cNvPr id="0" name=""/>
        <dsp:cNvSpPr/>
      </dsp:nvSpPr>
      <dsp:spPr>
        <a:xfrm>
          <a:off x="3141493" y="3367414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>
              <a:solidFill>
                <a:schemeClr val="bg1"/>
              </a:solidFill>
            </a:rPr>
            <a:t>REUNIONES COLABORATIVAS SSO EMPRESAS ASOCIADAS.</a:t>
          </a:r>
          <a:endParaRPr lang="es-CL" sz="1400" b="1" kern="1200" dirty="0">
            <a:solidFill>
              <a:schemeClr val="bg1"/>
            </a:solidFill>
          </a:endParaRPr>
        </a:p>
      </dsp:txBody>
      <dsp:txXfrm>
        <a:off x="3141493" y="3367414"/>
        <a:ext cx="1625976" cy="6910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9BADFF-7DE1-4345-A5A3-55413073DBA9}">
      <dsp:nvSpPr>
        <dsp:cNvPr id="0" name=""/>
        <dsp:cNvSpPr/>
      </dsp:nvSpPr>
      <dsp:spPr>
        <a:xfrm>
          <a:off x="0" y="1184"/>
          <a:ext cx="5999638" cy="600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2B367-AB31-4B72-AE21-FA4AF48C6AEF}">
      <dsp:nvSpPr>
        <dsp:cNvPr id="0" name=""/>
        <dsp:cNvSpPr/>
      </dsp:nvSpPr>
      <dsp:spPr>
        <a:xfrm>
          <a:off x="181613" y="136268"/>
          <a:ext cx="330206" cy="3302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FA2C6-996B-4659-B023-B300402C7FB0}">
      <dsp:nvSpPr>
        <dsp:cNvPr id="0" name=""/>
        <dsp:cNvSpPr/>
      </dsp:nvSpPr>
      <dsp:spPr>
        <a:xfrm>
          <a:off x="693433" y="1184"/>
          <a:ext cx="5306204" cy="60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0" tIns="63540" rIns="63540" bIns="635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CORROSIÓN EN ESTANQUE DE COMBUSTIBLE (CARRO LTE_CMF_08).</a:t>
          </a:r>
          <a:endParaRPr lang="es-CL" sz="1500" kern="1200" dirty="0"/>
        </a:p>
      </dsp:txBody>
      <dsp:txXfrm>
        <a:off x="693433" y="1184"/>
        <a:ext cx="5306204" cy="600374"/>
      </dsp:txXfrm>
    </dsp:sp>
    <dsp:sp modelId="{809D9386-6355-4677-9237-81AD64BC8CFC}">
      <dsp:nvSpPr>
        <dsp:cNvPr id="0" name=""/>
        <dsp:cNvSpPr/>
      </dsp:nvSpPr>
      <dsp:spPr>
        <a:xfrm>
          <a:off x="0" y="751653"/>
          <a:ext cx="5999638" cy="600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DACF0-09FD-4477-979C-1B6418F44B47}">
      <dsp:nvSpPr>
        <dsp:cNvPr id="0" name=""/>
        <dsp:cNvSpPr/>
      </dsp:nvSpPr>
      <dsp:spPr>
        <a:xfrm>
          <a:off x="181613" y="886737"/>
          <a:ext cx="330206" cy="3302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7DD1B-3528-4F3B-80ED-CF23A35764AD}">
      <dsp:nvSpPr>
        <dsp:cNvPr id="0" name=""/>
        <dsp:cNvSpPr/>
      </dsp:nvSpPr>
      <dsp:spPr>
        <a:xfrm>
          <a:off x="693433" y="751653"/>
          <a:ext cx="5306204" cy="60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0" tIns="63540" rIns="63540" bIns="635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GUARDA DE PARADA DE EMERGENCIA QUEBRADA (CARRO LTE_CMM_10).</a:t>
          </a:r>
          <a:endParaRPr lang="es-CL" sz="1500" b="1" kern="1200" dirty="0"/>
        </a:p>
      </dsp:txBody>
      <dsp:txXfrm>
        <a:off x="693433" y="751653"/>
        <a:ext cx="5306204" cy="600374"/>
      </dsp:txXfrm>
    </dsp:sp>
    <dsp:sp modelId="{D6456A56-2BF6-473C-86FA-A24244DA31AB}">
      <dsp:nvSpPr>
        <dsp:cNvPr id="0" name=""/>
        <dsp:cNvSpPr/>
      </dsp:nvSpPr>
      <dsp:spPr>
        <a:xfrm>
          <a:off x="0" y="1502121"/>
          <a:ext cx="5999638" cy="600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D2B8AC-F360-4E84-89A4-DA0BA1DDD6E4}">
      <dsp:nvSpPr>
        <dsp:cNvPr id="0" name=""/>
        <dsp:cNvSpPr/>
      </dsp:nvSpPr>
      <dsp:spPr>
        <a:xfrm>
          <a:off x="181613" y="1637206"/>
          <a:ext cx="330206" cy="3302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B615D-9F38-47E8-9CC2-EEED740DD7E4}">
      <dsp:nvSpPr>
        <dsp:cNvPr id="0" name=""/>
        <dsp:cNvSpPr/>
      </dsp:nvSpPr>
      <dsp:spPr>
        <a:xfrm>
          <a:off x="693433" y="1502121"/>
          <a:ext cx="5306204" cy="60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0" tIns="63540" rIns="63540" bIns="635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RESTRICCIÓN DE ACCESO A SITIOS CMM-05 Y CMM-11 POR PUESTA A TIERRA INEXISTENTE</a:t>
          </a:r>
          <a:endParaRPr lang="es-CL" sz="1500" b="1" kern="1200" dirty="0"/>
        </a:p>
      </dsp:txBody>
      <dsp:txXfrm>
        <a:off x="693433" y="1502121"/>
        <a:ext cx="5306204" cy="600374"/>
      </dsp:txXfrm>
    </dsp:sp>
    <dsp:sp modelId="{D1F007C6-095B-4D34-98CA-85B608858F8A}">
      <dsp:nvSpPr>
        <dsp:cNvPr id="0" name=""/>
        <dsp:cNvSpPr/>
      </dsp:nvSpPr>
      <dsp:spPr>
        <a:xfrm>
          <a:off x="0" y="2252590"/>
          <a:ext cx="5999638" cy="600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1DFF6-1951-4F64-8EAD-DB534CB77A9E}">
      <dsp:nvSpPr>
        <dsp:cNvPr id="0" name=""/>
        <dsp:cNvSpPr/>
      </dsp:nvSpPr>
      <dsp:spPr>
        <a:xfrm>
          <a:off x="181613" y="2387674"/>
          <a:ext cx="330206" cy="3302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DBD67-95D4-42E8-9DEB-E341D8EF6268}">
      <dsp:nvSpPr>
        <dsp:cNvPr id="0" name=""/>
        <dsp:cNvSpPr/>
      </dsp:nvSpPr>
      <dsp:spPr>
        <a:xfrm>
          <a:off x="693433" y="2252590"/>
          <a:ext cx="5306204" cy="60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0" tIns="63540" rIns="63540" bIns="635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MANGUERA COMBUSTIBLE DAÑADA EN GENERADOR  CMF_01</a:t>
          </a:r>
          <a:endParaRPr lang="es-CL" sz="1500" kern="1200" dirty="0"/>
        </a:p>
      </dsp:txBody>
      <dsp:txXfrm>
        <a:off x="693433" y="2252590"/>
        <a:ext cx="5306204" cy="6003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4FFC6-0D98-4EDC-87C3-034A1A578DBB}">
      <dsp:nvSpPr>
        <dsp:cNvPr id="0" name=""/>
        <dsp:cNvSpPr/>
      </dsp:nvSpPr>
      <dsp:spPr>
        <a:xfrm>
          <a:off x="0" y="1486088"/>
          <a:ext cx="7270995" cy="163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6FD25-E265-4096-84F3-12BC4BB11BE9}">
      <dsp:nvSpPr>
        <dsp:cNvPr id="0" name=""/>
        <dsp:cNvSpPr/>
      </dsp:nvSpPr>
      <dsp:spPr>
        <a:xfrm>
          <a:off x="363549" y="526688"/>
          <a:ext cx="5089696" cy="191880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378" tIns="0" rIns="19237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b="1" kern="1200" dirty="0">
              <a:solidFill>
                <a:schemeClr val="bg1"/>
              </a:solidFill>
            </a:rPr>
            <a:t>SE LOGRA REALIZAR AVANCES EN DOCUMENTACION Y </a:t>
          </a:r>
          <a:r>
            <a:rPr lang="es-CL" sz="1800" b="1" kern="1200" dirty="0" err="1">
              <a:solidFill>
                <a:schemeClr val="bg1"/>
              </a:solidFill>
            </a:rPr>
            <a:t>RFs</a:t>
          </a:r>
          <a:r>
            <a:rPr lang="es-CL" sz="1800" b="1" kern="1200" dirty="0">
              <a:solidFill>
                <a:schemeClr val="bg1"/>
              </a:solidFill>
            </a:rPr>
            <a:t>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b="1" kern="1200" dirty="0">
              <a:solidFill>
                <a:schemeClr val="bg1"/>
              </a:solidFill>
            </a:rPr>
            <a:t>SE REALIZARON MEDICIONES DE BATERIAS EN CADA CARRO</a:t>
          </a:r>
        </a:p>
      </dsp:txBody>
      <dsp:txXfrm>
        <a:off x="457217" y="620356"/>
        <a:ext cx="4902360" cy="17314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901B4-7E0C-4065-B6C6-26D84025BE33}">
      <dsp:nvSpPr>
        <dsp:cNvPr id="0" name=""/>
        <dsp:cNvSpPr/>
      </dsp:nvSpPr>
      <dsp:spPr>
        <a:xfrm>
          <a:off x="0" y="0"/>
          <a:ext cx="5035909" cy="1108608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kern="1200" dirty="0"/>
            <a:t>ACTIVIDADES CON CPE:</a:t>
          </a:r>
          <a:endParaRPr lang="es-CL" sz="3200" b="1" kern="1200" dirty="0"/>
        </a:p>
      </dsp:txBody>
      <dsp:txXfrm>
        <a:off x="32470" y="32470"/>
        <a:ext cx="3839634" cy="1043668"/>
      </dsp:txXfrm>
    </dsp:sp>
    <dsp:sp modelId="{B5909704-AAD1-4FE6-83F3-BCBF328C3E96}">
      <dsp:nvSpPr>
        <dsp:cNvPr id="0" name=""/>
        <dsp:cNvSpPr/>
      </dsp:nvSpPr>
      <dsp:spPr>
        <a:xfrm>
          <a:off x="444344" y="1293376"/>
          <a:ext cx="5035909" cy="1108608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solidFill>
                <a:srgbClr val="FFFFFF"/>
              </a:solidFill>
              <a:latin typeface="Arial"/>
            </a:rPr>
            <a:t>Atención falla Carro CPE </a:t>
          </a:r>
          <a:r>
            <a:rPr lang="es-ES" sz="2400" b="1" kern="1200" dirty="0" err="1">
              <a:solidFill>
                <a:srgbClr val="FFFFFF"/>
              </a:solidFill>
              <a:latin typeface="Arial"/>
            </a:rPr>
            <a:t>Wheeldozer</a:t>
          </a:r>
          <a:r>
            <a:rPr lang="es-ES" sz="2400" b="1" kern="1200" dirty="0">
              <a:solidFill>
                <a:srgbClr val="FFFFFF"/>
              </a:solidFill>
              <a:latin typeface="Arial"/>
            </a:rPr>
            <a:t> 1501.</a:t>
          </a:r>
          <a:endParaRPr lang="es-CL" sz="2400" b="1" kern="1200" dirty="0">
            <a:solidFill>
              <a:srgbClr val="FFFFFF"/>
            </a:solidFill>
            <a:latin typeface="Arial"/>
          </a:endParaRPr>
        </a:p>
      </dsp:txBody>
      <dsp:txXfrm>
        <a:off x="476814" y="1325846"/>
        <a:ext cx="3806028" cy="1043668"/>
      </dsp:txXfrm>
    </dsp:sp>
    <dsp:sp modelId="{67709218-C0DE-4A5B-9B14-D815835EE20B}">
      <dsp:nvSpPr>
        <dsp:cNvPr id="0" name=""/>
        <dsp:cNvSpPr/>
      </dsp:nvSpPr>
      <dsp:spPr>
        <a:xfrm>
          <a:off x="888689" y="2586752"/>
          <a:ext cx="5035909" cy="1108608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>
              <a:solidFill>
                <a:srgbClr val="FFFFFF"/>
              </a:solidFill>
              <a:latin typeface="Arial"/>
            </a:rPr>
            <a:t>Atención Falla CPE Motoniveladora N°1702</a:t>
          </a:r>
          <a:endParaRPr lang="es-CL" sz="2500" b="1" kern="1200" dirty="0">
            <a:solidFill>
              <a:srgbClr val="FFFFFF"/>
            </a:solidFill>
            <a:latin typeface="Arial"/>
          </a:endParaRPr>
        </a:p>
      </dsp:txBody>
      <dsp:txXfrm>
        <a:off x="921159" y="2619222"/>
        <a:ext cx="3806028" cy="1043668"/>
      </dsp:txXfrm>
    </dsp:sp>
    <dsp:sp modelId="{A27B7270-0794-4245-A5A7-CB0C22760C03}">
      <dsp:nvSpPr>
        <dsp:cNvPr id="0" name=""/>
        <dsp:cNvSpPr/>
      </dsp:nvSpPr>
      <dsp:spPr>
        <a:xfrm>
          <a:off x="4315313" y="840694"/>
          <a:ext cx="720595" cy="72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3200" kern="1200"/>
        </a:p>
      </dsp:txBody>
      <dsp:txXfrm>
        <a:off x="4477447" y="840694"/>
        <a:ext cx="396327" cy="542248"/>
      </dsp:txXfrm>
    </dsp:sp>
    <dsp:sp modelId="{70757DB8-B87A-4995-9695-94A4B4221CE1}">
      <dsp:nvSpPr>
        <dsp:cNvPr id="0" name=""/>
        <dsp:cNvSpPr/>
      </dsp:nvSpPr>
      <dsp:spPr>
        <a:xfrm>
          <a:off x="4759658" y="2126680"/>
          <a:ext cx="720595" cy="720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3200" kern="1200"/>
        </a:p>
      </dsp:txBody>
      <dsp:txXfrm>
        <a:off x="4921792" y="2126680"/>
        <a:ext cx="396327" cy="5422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CC387-1F83-4F1D-A80F-92FA6F893FBF}">
      <dsp:nvSpPr>
        <dsp:cNvPr id="0" name=""/>
        <dsp:cNvSpPr/>
      </dsp:nvSpPr>
      <dsp:spPr>
        <a:xfrm>
          <a:off x="0" y="0"/>
          <a:ext cx="5099692" cy="8562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Fin de semana sin incidentes operacionales.</a:t>
          </a:r>
          <a:endParaRPr lang="es-CL" sz="1600" kern="1200" dirty="0"/>
        </a:p>
      </dsp:txBody>
      <dsp:txXfrm>
        <a:off x="25079" y="25079"/>
        <a:ext cx="4175736" cy="806087"/>
      </dsp:txXfrm>
    </dsp:sp>
    <dsp:sp modelId="{AD32F582-7FFA-4BD7-BEE6-309D78D6B0DB}">
      <dsp:nvSpPr>
        <dsp:cNvPr id="0" name=""/>
        <dsp:cNvSpPr/>
      </dsp:nvSpPr>
      <dsp:spPr>
        <a:xfrm>
          <a:off x="449972" y="998952"/>
          <a:ext cx="5099692" cy="8562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La red LTE mantuvo estabilidad y disponibilidad total.</a:t>
          </a:r>
          <a:endParaRPr lang="es-CL" sz="1600" kern="1200" dirty="0"/>
        </a:p>
      </dsp:txBody>
      <dsp:txXfrm>
        <a:off x="475051" y="1024031"/>
        <a:ext cx="4043002" cy="806087"/>
      </dsp:txXfrm>
    </dsp:sp>
    <dsp:sp modelId="{46DCC1FF-6224-4E2D-9819-51C3B66E58ED}">
      <dsp:nvSpPr>
        <dsp:cNvPr id="0" name=""/>
        <dsp:cNvSpPr/>
      </dsp:nvSpPr>
      <dsp:spPr>
        <a:xfrm>
          <a:off x="899945" y="1997905"/>
          <a:ext cx="5099692" cy="8562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Se continuará con la validación documental de CPE y revisión de comunicación de GG en próximos turnos.</a:t>
          </a:r>
          <a:endParaRPr lang="es-CL" sz="1600" kern="1200" dirty="0"/>
        </a:p>
      </dsp:txBody>
      <dsp:txXfrm>
        <a:off x="925024" y="2022984"/>
        <a:ext cx="4043002" cy="806087"/>
      </dsp:txXfrm>
    </dsp:sp>
    <dsp:sp modelId="{862F12A6-3774-4094-8F17-0E0E0026E6CB}">
      <dsp:nvSpPr>
        <dsp:cNvPr id="0" name=""/>
        <dsp:cNvSpPr/>
      </dsp:nvSpPr>
      <dsp:spPr>
        <a:xfrm>
          <a:off x="4543133" y="649319"/>
          <a:ext cx="556559" cy="5565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500" kern="1200"/>
        </a:p>
      </dsp:txBody>
      <dsp:txXfrm>
        <a:off x="4668359" y="649319"/>
        <a:ext cx="306107" cy="418811"/>
      </dsp:txXfrm>
    </dsp:sp>
    <dsp:sp modelId="{AAA8D6AF-70A0-403C-8CD7-1F6CDEBDCEA0}">
      <dsp:nvSpPr>
        <dsp:cNvPr id="0" name=""/>
        <dsp:cNvSpPr/>
      </dsp:nvSpPr>
      <dsp:spPr>
        <a:xfrm>
          <a:off x="4993105" y="1642563"/>
          <a:ext cx="556559" cy="5565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500" kern="1200"/>
        </a:p>
      </dsp:txBody>
      <dsp:txXfrm>
        <a:off x="5118331" y="1642563"/>
        <a:ext cx="306107" cy="41881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51A77-DC10-4ED3-A9A0-63B51C294622}">
      <dsp:nvSpPr>
        <dsp:cNvPr id="0" name=""/>
        <dsp:cNvSpPr/>
      </dsp:nvSpPr>
      <dsp:spPr>
        <a:xfrm>
          <a:off x="0" y="0"/>
          <a:ext cx="6287244" cy="117666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rgbClr val="FFFFFF"/>
              </a:solidFill>
              <a:latin typeface="Arial"/>
            </a:rPr>
            <a:t>FIN DE SEMANA CON CONTINUIDAD OPERACIONAL Y SIN INCIDENTES OPERACIONALES MAYORES REPORTADOS.</a:t>
          </a:r>
          <a:endParaRPr lang="es-CL" sz="1400" b="1" kern="1200" dirty="0"/>
        </a:p>
      </dsp:txBody>
      <dsp:txXfrm>
        <a:off x="34463" y="34463"/>
        <a:ext cx="5017529" cy="1107741"/>
      </dsp:txXfrm>
    </dsp:sp>
    <dsp:sp modelId="{4380C19D-30FE-4A60-B76E-B786AC0DAD8C}">
      <dsp:nvSpPr>
        <dsp:cNvPr id="0" name=""/>
        <dsp:cNvSpPr/>
      </dsp:nvSpPr>
      <dsp:spPr>
        <a:xfrm>
          <a:off x="554756" y="1372778"/>
          <a:ext cx="6287244" cy="117666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rgbClr val="FFFFFF"/>
              </a:solidFill>
              <a:latin typeface="Arial"/>
            </a:rPr>
            <a:t>SE EJECUTARON MANTENIMIENTOS PREVENTIVOS EN CARROS LTE PROGRAMADOS</a:t>
          </a:r>
          <a:endParaRPr lang="es-CL" sz="1400" b="1" kern="1200" dirty="0"/>
        </a:p>
      </dsp:txBody>
      <dsp:txXfrm>
        <a:off x="589219" y="1407241"/>
        <a:ext cx="4898727" cy="1107741"/>
      </dsp:txXfrm>
    </dsp:sp>
    <dsp:sp modelId="{C6B10FC8-F706-4911-A6C1-9AD573727BDC}">
      <dsp:nvSpPr>
        <dsp:cNvPr id="0" name=""/>
        <dsp:cNvSpPr/>
      </dsp:nvSpPr>
      <dsp:spPr>
        <a:xfrm>
          <a:off x="1109513" y="2745556"/>
          <a:ext cx="6287244" cy="1176667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Se atendieron fallas de </a:t>
          </a:r>
          <a:r>
            <a:rPr lang="es-ES" sz="1800" b="1" kern="1200" dirty="0" err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rPr>
            <a:t>Wheeldozer</a:t>
          </a:r>
          <a:r>
            <a:rPr lang="es-ES" sz="1800" b="1" kern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rPr>
            <a:t> 1501 y Motoniveladora N°1702</a:t>
          </a:r>
          <a:endParaRPr lang="es-CL" sz="1800" b="1" kern="1200" dirty="0">
            <a:solidFill>
              <a:srgbClr val="FFFFFF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43976" y="2780019"/>
        <a:ext cx="4898727" cy="1107741"/>
      </dsp:txXfrm>
    </dsp:sp>
    <dsp:sp modelId="{A1CEA58F-C3E0-4B9A-BB57-F3DBFFF1B25A}">
      <dsp:nvSpPr>
        <dsp:cNvPr id="0" name=""/>
        <dsp:cNvSpPr/>
      </dsp:nvSpPr>
      <dsp:spPr>
        <a:xfrm>
          <a:off x="5522410" y="892305"/>
          <a:ext cx="764833" cy="7648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3400" kern="1200"/>
        </a:p>
      </dsp:txBody>
      <dsp:txXfrm>
        <a:off x="5694497" y="892305"/>
        <a:ext cx="420659" cy="575537"/>
      </dsp:txXfrm>
    </dsp:sp>
    <dsp:sp modelId="{139820F4-F259-475A-8127-1F443C5FBD48}">
      <dsp:nvSpPr>
        <dsp:cNvPr id="0" name=""/>
        <dsp:cNvSpPr/>
      </dsp:nvSpPr>
      <dsp:spPr>
        <a:xfrm>
          <a:off x="6077167" y="2257239"/>
          <a:ext cx="764833" cy="7648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3400" kern="1200"/>
        </a:p>
      </dsp:txBody>
      <dsp:txXfrm>
        <a:off x="6249254" y="2257239"/>
        <a:ext cx="420659" cy="57553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E0037-248F-4ADD-AF52-3C5D3AAA6092}">
      <dsp:nvSpPr>
        <dsp:cNvPr id="0" name=""/>
        <dsp:cNvSpPr/>
      </dsp:nvSpPr>
      <dsp:spPr>
        <a:xfrm>
          <a:off x="0" y="344506"/>
          <a:ext cx="5171068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42CBF9B-DEDE-4C59-85E3-CBE17AD4F7BB}">
      <dsp:nvSpPr>
        <dsp:cNvPr id="0" name=""/>
        <dsp:cNvSpPr/>
      </dsp:nvSpPr>
      <dsp:spPr>
        <a:xfrm>
          <a:off x="258553" y="34546"/>
          <a:ext cx="3619748" cy="6199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18" tIns="0" rIns="1368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OPERACIÓN GENERAL ESTABLE DURANTE EL FIN DE SEMANA.</a:t>
          </a:r>
          <a:endParaRPr lang="es-CL" sz="1100" b="1" kern="1200" dirty="0"/>
        </a:p>
      </dsp:txBody>
      <dsp:txXfrm>
        <a:off x="288815" y="64808"/>
        <a:ext cx="3559224" cy="559396"/>
      </dsp:txXfrm>
    </dsp:sp>
    <dsp:sp modelId="{6D957E9D-09FD-4980-A09D-AC3F593B117D}">
      <dsp:nvSpPr>
        <dsp:cNvPr id="0" name=""/>
        <dsp:cNvSpPr/>
      </dsp:nvSpPr>
      <dsp:spPr>
        <a:xfrm>
          <a:off x="0" y="1297066"/>
          <a:ext cx="5171068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A44DCD6-FA6A-4E3B-AE92-5E13B22A0C8B}">
      <dsp:nvSpPr>
        <dsp:cNvPr id="0" name=""/>
        <dsp:cNvSpPr/>
      </dsp:nvSpPr>
      <dsp:spPr>
        <a:xfrm>
          <a:off x="258553" y="987106"/>
          <a:ext cx="3619748" cy="6199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18" tIns="0" rIns="1368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b="1" kern="1200" dirty="0"/>
            <a:t>SE EJECUTAN MANTENIMIENTOS PREVENTIVOS PROGRAMADOS.</a:t>
          </a:r>
        </a:p>
      </dsp:txBody>
      <dsp:txXfrm>
        <a:off x="288815" y="1017368"/>
        <a:ext cx="3559224" cy="559396"/>
      </dsp:txXfrm>
    </dsp:sp>
    <dsp:sp modelId="{3D7E8C18-35BA-46D0-B662-A224E09AF0C8}">
      <dsp:nvSpPr>
        <dsp:cNvPr id="0" name=""/>
        <dsp:cNvSpPr/>
      </dsp:nvSpPr>
      <dsp:spPr>
        <a:xfrm>
          <a:off x="0" y="2249626"/>
          <a:ext cx="5171068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B57145-1CD2-437F-8CA6-488875B0AF5B}">
      <dsp:nvSpPr>
        <dsp:cNvPr id="0" name=""/>
        <dsp:cNvSpPr/>
      </dsp:nvSpPr>
      <dsp:spPr>
        <a:xfrm>
          <a:off x="258553" y="1939666"/>
          <a:ext cx="3619748" cy="6199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18" tIns="0" rIns="1368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SE REALIZA EL CAMBIO DE ANTENA CPE EN PALA 204.</a:t>
          </a:r>
          <a:endParaRPr lang="es-CL" sz="1100" b="1" kern="1200" dirty="0"/>
        </a:p>
      </dsp:txBody>
      <dsp:txXfrm>
        <a:off x="288815" y="1969928"/>
        <a:ext cx="3559224" cy="559396"/>
      </dsp:txXfrm>
    </dsp:sp>
    <dsp:sp modelId="{9A709424-0367-4116-955E-54F8182C6A0A}">
      <dsp:nvSpPr>
        <dsp:cNvPr id="0" name=""/>
        <dsp:cNvSpPr/>
      </dsp:nvSpPr>
      <dsp:spPr>
        <a:xfrm>
          <a:off x="0" y="3202186"/>
          <a:ext cx="5171068" cy="529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A48E83E-9044-47AF-87FE-E761BF1A01A5}">
      <dsp:nvSpPr>
        <dsp:cNvPr id="0" name=""/>
        <dsp:cNvSpPr/>
      </dsp:nvSpPr>
      <dsp:spPr>
        <a:xfrm>
          <a:off x="258553" y="2892226"/>
          <a:ext cx="3619748" cy="6199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818" tIns="0" rIns="1368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SE MANTIENE EL SEGUIMIENTO POR ACCESO RESTRINGIDO (TARJETA VERDE).</a:t>
          </a:r>
          <a:endParaRPr lang="es-CL" sz="1100" b="1" kern="1200" dirty="0"/>
        </a:p>
      </dsp:txBody>
      <dsp:txXfrm>
        <a:off x="288815" y="2922488"/>
        <a:ext cx="3559224" cy="55939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50020-7A11-4770-B70E-8E51BC6F65F6}">
      <dsp:nvSpPr>
        <dsp:cNvPr id="0" name=""/>
        <dsp:cNvSpPr/>
      </dsp:nvSpPr>
      <dsp:spPr>
        <a:xfrm>
          <a:off x="0" y="0"/>
          <a:ext cx="4799710" cy="6279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Mantenimientos:</a:t>
          </a:r>
          <a:r>
            <a:rPr lang="es-ES" sz="1500" kern="1200" dirty="0"/>
            <a:t> Completados según planificación Gantt.</a:t>
          </a:r>
          <a:endParaRPr lang="es-CL" sz="1500" kern="1200" dirty="0"/>
        </a:p>
      </dsp:txBody>
      <dsp:txXfrm>
        <a:off x="18391" y="18391"/>
        <a:ext cx="4069084" cy="591131"/>
      </dsp:txXfrm>
    </dsp:sp>
    <dsp:sp modelId="{F093AABA-A649-418F-AFBB-2FDBF96BDBB6}">
      <dsp:nvSpPr>
        <dsp:cNvPr id="0" name=""/>
        <dsp:cNvSpPr/>
      </dsp:nvSpPr>
      <dsp:spPr>
        <a:xfrm>
          <a:off x="401975" y="742079"/>
          <a:ext cx="4799710" cy="6279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b="1" kern="1200" dirty="0"/>
            <a:t>Generadores:</a:t>
          </a:r>
          <a:r>
            <a:rPr lang="es-CL" sz="1500" kern="1200" dirty="0"/>
            <a:t> Operativos y dentro de rangos normales.</a:t>
          </a:r>
        </a:p>
      </dsp:txBody>
      <dsp:txXfrm>
        <a:off x="420366" y="760470"/>
        <a:ext cx="3952809" cy="591131"/>
      </dsp:txXfrm>
    </dsp:sp>
    <dsp:sp modelId="{E20EA0EE-DAFC-462E-8D25-0F2F6334F390}">
      <dsp:nvSpPr>
        <dsp:cNvPr id="0" name=""/>
        <dsp:cNvSpPr/>
      </dsp:nvSpPr>
      <dsp:spPr>
        <a:xfrm>
          <a:off x="797951" y="1484158"/>
          <a:ext cx="4799710" cy="6279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CPE:</a:t>
          </a:r>
          <a:r>
            <a:rPr lang="es-ES" sz="1500" kern="1200" dirty="0"/>
            <a:t> Cambio antena CPE Pala 204</a:t>
          </a:r>
          <a:endParaRPr lang="es-CL" sz="1500" kern="1200" dirty="0"/>
        </a:p>
      </dsp:txBody>
      <dsp:txXfrm>
        <a:off x="816342" y="1502549"/>
        <a:ext cx="3958808" cy="591131"/>
      </dsp:txXfrm>
    </dsp:sp>
    <dsp:sp modelId="{3D93A225-1C56-42CF-8E39-70BF8AD40DA9}">
      <dsp:nvSpPr>
        <dsp:cNvPr id="0" name=""/>
        <dsp:cNvSpPr/>
      </dsp:nvSpPr>
      <dsp:spPr>
        <a:xfrm>
          <a:off x="1199927" y="2226237"/>
          <a:ext cx="4799710" cy="6279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Desinstalaciones:</a:t>
          </a:r>
          <a:r>
            <a:rPr lang="es-ES" sz="1500" kern="1200" dirty="0"/>
            <a:t> Completa. Queda pendiente la fecha de baja de pala 202, sujeta a operatividad</a:t>
          </a:r>
          <a:endParaRPr lang="es-CL" sz="1500" kern="1200" dirty="0"/>
        </a:p>
      </dsp:txBody>
      <dsp:txXfrm>
        <a:off x="1218318" y="2244628"/>
        <a:ext cx="3952809" cy="591131"/>
      </dsp:txXfrm>
    </dsp:sp>
    <dsp:sp modelId="{38DEF359-2CCF-423B-B35E-151E3786C937}">
      <dsp:nvSpPr>
        <dsp:cNvPr id="0" name=""/>
        <dsp:cNvSpPr/>
      </dsp:nvSpPr>
      <dsp:spPr>
        <a:xfrm>
          <a:off x="4391566" y="480924"/>
          <a:ext cx="408143" cy="408143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800" kern="1200"/>
        </a:p>
      </dsp:txBody>
      <dsp:txXfrm>
        <a:off x="4483398" y="480924"/>
        <a:ext cx="224479" cy="307128"/>
      </dsp:txXfrm>
    </dsp:sp>
    <dsp:sp modelId="{2927D983-BC1A-4D4C-ABA2-0ACA33E7A540}">
      <dsp:nvSpPr>
        <dsp:cNvPr id="0" name=""/>
        <dsp:cNvSpPr/>
      </dsp:nvSpPr>
      <dsp:spPr>
        <a:xfrm>
          <a:off x="4793542" y="1223003"/>
          <a:ext cx="408143" cy="408143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800" kern="1200"/>
        </a:p>
      </dsp:txBody>
      <dsp:txXfrm>
        <a:off x="4885374" y="1223003"/>
        <a:ext cx="224479" cy="307128"/>
      </dsp:txXfrm>
    </dsp:sp>
    <dsp:sp modelId="{FC91A6FB-D7F9-4A4F-8E53-A732D5F846FB}">
      <dsp:nvSpPr>
        <dsp:cNvPr id="0" name=""/>
        <dsp:cNvSpPr/>
      </dsp:nvSpPr>
      <dsp:spPr>
        <a:xfrm>
          <a:off x="5189518" y="1965082"/>
          <a:ext cx="408143" cy="408143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1800" kern="1200"/>
        </a:p>
      </dsp:txBody>
      <dsp:txXfrm>
        <a:off x="5281350" y="1965082"/>
        <a:ext cx="224479" cy="307128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70076-E8CA-4027-8351-1A6D282B852E}">
      <dsp:nvSpPr>
        <dsp:cNvPr id="0" name=""/>
        <dsp:cNvSpPr/>
      </dsp:nvSpPr>
      <dsp:spPr>
        <a:xfrm>
          <a:off x="722853" y="285255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047D1-BDBB-456A-A18E-B0B34B708E34}">
      <dsp:nvSpPr>
        <dsp:cNvPr id="0" name=""/>
        <dsp:cNvSpPr/>
      </dsp:nvSpPr>
      <dsp:spPr>
        <a:xfrm>
          <a:off x="275710" y="1277567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>
              <a:solidFill>
                <a:schemeClr val="bg1"/>
              </a:solidFill>
            </a:rPr>
            <a:t>EJECUCIÓN DE TEST DE ALCOHOL Y DROGAS.</a:t>
          </a:r>
          <a:endParaRPr lang="es-CL" sz="1400" b="1" kern="1200" dirty="0">
            <a:solidFill>
              <a:schemeClr val="bg1"/>
            </a:solidFill>
          </a:endParaRPr>
        </a:p>
      </dsp:txBody>
      <dsp:txXfrm>
        <a:off x="275710" y="1277567"/>
        <a:ext cx="1625976" cy="691040"/>
      </dsp:txXfrm>
    </dsp:sp>
    <dsp:sp modelId="{98B44BA3-2E96-471D-88EB-25AA2C650C82}">
      <dsp:nvSpPr>
        <dsp:cNvPr id="0" name=""/>
        <dsp:cNvSpPr/>
      </dsp:nvSpPr>
      <dsp:spPr>
        <a:xfrm>
          <a:off x="2633376" y="285255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15483-852B-44CC-9C8C-3ADF54D0899B}">
      <dsp:nvSpPr>
        <dsp:cNvPr id="0" name=""/>
        <dsp:cNvSpPr/>
      </dsp:nvSpPr>
      <dsp:spPr>
        <a:xfrm>
          <a:off x="2186232" y="1277567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solidFill>
                <a:schemeClr val="bg1"/>
              </a:solidFill>
            </a:rPr>
            <a:t>CAMPAÑA ALTAS TEMPERATURAS” PROTÉGETE DE LAS ALTAS TEMPERATURAS” </a:t>
          </a:r>
          <a:r>
            <a:rPr lang="es-ES" sz="1200" b="1" kern="1200">
              <a:solidFill>
                <a:schemeClr val="bg1"/>
              </a:solidFill>
            </a:rPr>
            <a:t>.</a:t>
          </a:r>
          <a:endParaRPr lang="es-CL" sz="1200" b="1" kern="1200" dirty="0">
            <a:solidFill>
              <a:schemeClr val="bg1"/>
            </a:solidFill>
          </a:endParaRPr>
        </a:p>
      </dsp:txBody>
      <dsp:txXfrm>
        <a:off x="2186232" y="1277567"/>
        <a:ext cx="1625976" cy="691040"/>
      </dsp:txXfrm>
    </dsp:sp>
    <dsp:sp modelId="{B73B7CCE-D05B-429A-A5B5-7F8EE4B1BF3B}">
      <dsp:nvSpPr>
        <dsp:cNvPr id="0" name=""/>
        <dsp:cNvSpPr/>
      </dsp:nvSpPr>
      <dsp:spPr>
        <a:xfrm>
          <a:off x="4543898" y="285255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77468-8F9F-40A2-B604-AA1092AB2F46}">
      <dsp:nvSpPr>
        <dsp:cNvPr id="0" name=""/>
        <dsp:cNvSpPr/>
      </dsp:nvSpPr>
      <dsp:spPr>
        <a:xfrm>
          <a:off x="4096755" y="1277567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>
              <a:solidFill>
                <a:schemeClr val="bg1"/>
              </a:solidFill>
            </a:rPr>
            <a:t>DIFUSIÓN INFORMES FLASH.</a:t>
          </a:r>
          <a:endParaRPr lang="es-CL" sz="1400" b="1" kern="1200" dirty="0">
            <a:solidFill>
              <a:schemeClr val="bg1"/>
            </a:solidFill>
          </a:endParaRPr>
        </a:p>
      </dsp:txBody>
      <dsp:txXfrm>
        <a:off x="4096755" y="1277567"/>
        <a:ext cx="1625976" cy="691040"/>
      </dsp:txXfrm>
    </dsp:sp>
    <dsp:sp modelId="{4E1490C1-57EC-4892-9CFD-2E4B28DC5ACE}">
      <dsp:nvSpPr>
        <dsp:cNvPr id="0" name=""/>
        <dsp:cNvSpPr/>
      </dsp:nvSpPr>
      <dsp:spPr>
        <a:xfrm>
          <a:off x="1678115" y="2375102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F31A65-EDCA-4958-8961-AB28F239547E}">
      <dsp:nvSpPr>
        <dsp:cNvPr id="0" name=""/>
        <dsp:cNvSpPr/>
      </dsp:nvSpPr>
      <dsp:spPr>
        <a:xfrm>
          <a:off x="1230971" y="3367414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b="1" kern="1200">
              <a:solidFill>
                <a:schemeClr val="bg1"/>
              </a:solidFill>
            </a:rPr>
            <a:t>ACTUALIZACIÓN REGISTRO DE PROCEDIMIENTOS OPERACIONALES</a:t>
          </a:r>
          <a:endParaRPr lang="es-CL" sz="1200" b="1" kern="1200" dirty="0">
            <a:solidFill>
              <a:schemeClr val="bg1"/>
            </a:solidFill>
          </a:endParaRPr>
        </a:p>
      </dsp:txBody>
      <dsp:txXfrm>
        <a:off x="1230971" y="3367414"/>
        <a:ext cx="1625976" cy="691040"/>
      </dsp:txXfrm>
    </dsp:sp>
    <dsp:sp modelId="{CA2703E1-CC8F-4545-8B4D-CB0618C2B219}">
      <dsp:nvSpPr>
        <dsp:cNvPr id="0" name=""/>
        <dsp:cNvSpPr/>
      </dsp:nvSpPr>
      <dsp:spPr>
        <a:xfrm>
          <a:off x="3588637" y="2375102"/>
          <a:ext cx="731689" cy="731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A7568-33C1-4C29-928D-2B153356330C}">
      <dsp:nvSpPr>
        <dsp:cNvPr id="0" name=""/>
        <dsp:cNvSpPr/>
      </dsp:nvSpPr>
      <dsp:spPr>
        <a:xfrm>
          <a:off x="3141493" y="3367414"/>
          <a:ext cx="1625976" cy="6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>
              <a:solidFill>
                <a:schemeClr val="bg1"/>
              </a:solidFill>
            </a:rPr>
            <a:t>REUNIONES COLABORATIVAS SSO EMPRESAS ASOCIADAS.</a:t>
          </a:r>
          <a:endParaRPr lang="es-CL" sz="1400" b="1" kern="1200" dirty="0">
            <a:solidFill>
              <a:schemeClr val="bg1"/>
            </a:solidFill>
          </a:endParaRPr>
        </a:p>
      </dsp:txBody>
      <dsp:txXfrm>
        <a:off x="3141493" y="3367414"/>
        <a:ext cx="1625976" cy="691040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9BADFF-7DE1-4345-A5A3-55413073DBA9}">
      <dsp:nvSpPr>
        <dsp:cNvPr id="0" name=""/>
        <dsp:cNvSpPr/>
      </dsp:nvSpPr>
      <dsp:spPr>
        <a:xfrm>
          <a:off x="0" y="1184"/>
          <a:ext cx="5999638" cy="600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2B367-AB31-4B72-AE21-FA4AF48C6AEF}">
      <dsp:nvSpPr>
        <dsp:cNvPr id="0" name=""/>
        <dsp:cNvSpPr/>
      </dsp:nvSpPr>
      <dsp:spPr>
        <a:xfrm>
          <a:off x="181613" y="136268"/>
          <a:ext cx="330206" cy="3302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FA2C6-996B-4659-B023-B300402C7FB0}">
      <dsp:nvSpPr>
        <dsp:cNvPr id="0" name=""/>
        <dsp:cNvSpPr/>
      </dsp:nvSpPr>
      <dsp:spPr>
        <a:xfrm>
          <a:off x="693433" y="1184"/>
          <a:ext cx="5306204" cy="60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0" tIns="63540" rIns="63540" bIns="635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CORROSIÓN EN ESTANQUE DE COMBUSTIBLE (CARRO LTE_CMF_08).</a:t>
          </a:r>
          <a:endParaRPr lang="es-CL" sz="1500" kern="1200" dirty="0"/>
        </a:p>
      </dsp:txBody>
      <dsp:txXfrm>
        <a:off x="693433" y="1184"/>
        <a:ext cx="5306204" cy="600374"/>
      </dsp:txXfrm>
    </dsp:sp>
    <dsp:sp modelId="{809D9386-6355-4677-9237-81AD64BC8CFC}">
      <dsp:nvSpPr>
        <dsp:cNvPr id="0" name=""/>
        <dsp:cNvSpPr/>
      </dsp:nvSpPr>
      <dsp:spPr>
        <a:xfrm>
          <a:off x="0" y="751653"/>
          <a:ext cx="5999638" cy="600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DACF0-09FD-4477-979C-1B6418F44B47}">
      <dsp:nvSpPr>
        <dsp:cNvPr id="0" name=""/>
        <dsp:cNvSpPr/>
      </dsp:nvSpPr>
      <dsp:spPr>
        <a:xfrm>
          <a:off x="181613" y="886737"/>
          <a:ext cx="330206" cy="3302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7DD1B-3528-4F3B-80ED-CF23A35764AD}">
      <dsp:nvSpPr>
        <dsp:cNvPr id="0" name=""/>
        <dsp:cNvSpPr/>
      </dsp:nvSpPr>
      <dsp:spPr>
        <a:xfrm>
          <a:off x="693433" y="751653"/>
          <a:ext cx="5306204" cy="60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0" tIns="63540" rIns="63540" bIns="635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GUARDA DE PARADA DE EMERGENCIA QUEBRADA (CARRO LTE_CMM_10).</a:t>
          </a:r>
          <a:endParaRPr lang="es-CL" sz="1500" b="1" kern="1200" dirty="0"/>
        </a:p>
      </dsp:txBody>
      <dsp:txXfrm>
        <a:off x="693433" y="751653"/>
        <a:ext cx="5306204" cy="600374"/>
      </dsp:txXfrm>
    </dsp:sp>
    <dsp:sp modelId="{D6456A56-2BF6-473C-86FA-A24244DA31AB}">
      <dsp:nvSpPr>
        <dsp:cNvPr id="0" name=""/>
        <dsp:cNvSpPr/>
      </dsp:nvSpPr>
      <dsp:spPr>
        <a:xfrm>
          <a:off x="0" y="1502121"/>
          <a:ext cx="5999638" cy="600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D2B8AC-F360-4E84-89A4-DA0BA1DDD6E4}">
      <dsp:nvSpPr>
        <dsp:cNvPr id="0" name=""/>
        <dsp:cNvSpPr/>
      </dsp:nvSpPr>
      <dsp:spPr>
        <a:xfrm>
          <a:off x="181613" y="1637206"/>
          <a:ext cx="330206" cy="3302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B615D-9F38-47E8-9CC2-EEED740DD7E4}">
      <dsp:nvSpPr>
        <dsp:cNvPr id="0" name=""/>
        <dsp:cNvSpPr/>
      </dsp:nvSpPr>
      <dsp:spPr>
        <a:xfrm>
          <a:off x="693433" y="1502121"/>
          <a:ext cx="5306204" cy="60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0" tIns="63540" rIns="63540" bIns="635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RESTRICCIÓN DE ACCESO A SITIOS CMM-05 Y CMM-11 POR PUESTA A TIERRA INEXISTENTE</a:t>
          </a:r>
          <a:endParaRPr lang="es-CL" sz="1500" b="1" kern="1200" dirty="0"/>
        </a:p>
      </dsp:txBody>
      <dsp:txXfrm>
        <a:off x="693433" y="1502121"/>
        <a:ext cx="5306204" cy="600374"/>
      </dsp:txXfrm>
    </dsp:sp>
    <dsp:sp modelId="{D1F007C6-095B-4D34-98CA-85B608858F8A}">
      <dsp:nvSpPr>
        <dsp:cNvPr id="0" name=""/>
        <dsp:cNvSpPr/>
      </dsp:nvSpPr>
      <dsp:spPr>
        <a:xfrm>
          <a:off x="0" y="2252590"/>
          <a:ext cx="5999638" cy="600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81DFF6-1951-4F64-8EAD-DB534CB77A9E}">
      <dsp:nvSpPr>
        <dsp:cNvPr id="0" name=""/>
        <dsp:cNvSpPr/>
      </dsp:nvSpPr>
      <dsp:spPr>
        <a:xfrm>
          <a:off x="181613" y="2387674"/>
          <a:ext cx="330206" cy="3302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DBD67-95D4-42E8-9DEB-E341D8EF6268}">
      <dsp:nvSpPr>
        <dsp:cNvPr id="0" name=""/>
        <dsp:cNvSpPr/>
      </dsp:nvSpPr>
      <dsp:spPr>
        <a:xfrm>
          <a:off x="693433" y="2252590"/>
          <a:ext cx="5306204" cy="600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40" tIns="63540" rIns="63540" bIns="6354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MANGUERA COMBUSTIBLE DAÑADA EN GENERADOR  CMF_01</a:t>
          </a:r>
          <a:endParaRPr lang="es-CL" sz="1500" kern="1200" dirty="0"/>
        </a:p>
      </dsp:txBody>
      <dsp:txXfrm>
        <a:off x="693433" y="2252590"/>
        <a:ext cx="5306204" cy="600374"/>
      </dsp:txXfrm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CC387-1F83-4F1D-A80F-92FA6F893FBF}">
      <dsp:nvSpPr>
        <dsp:cNvPr id="0" name=""/>
        <dsp:cNvSpPr/>
      </dsp:nvSpPr>
      <dsp:spPr>
        <a:xfrm>
          <a:off x="0" y="0"/>
          <a:ext cx="5099692" cy="8562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Fin de semana sin incidentes operacionales.</a:t>
          </a:r>
          <a:endParaRPr lang="es-CL" sz="1600" kern="1200" dirty="0"/>
        </a:p>
      </dsp:txBody>
      <dsp:txXfrm>
        <a:off x="25079" y="25079"/>
        <a:ext cx="4175736" cy="806087"/>
      </dsp:txXfrm>
    </dsp:sp>
    <dsp:sp modelId="{AD32F582-7FFA-4BD7-BEE6-309D78D6B0DB}">
      <dsp:nvSpPr>
        <dsp:cNvPr id="0" name=""/>
        <dsp:cNvSpPr/>
      </dsp:nvSpPr>
      <dsp:spPr>
        <a:xfrm>
          <a:off x="449972" y="998952"/>
          <a:ext cx="5099692" cy="8562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La red LTE mantuvo estabilidad y disponibilidad total.</a:t>
          </a:r>
          <a:endParaRPr lang="es-CL" sz="1600" kern="1200" dirty="0"/>
        </a:p>
      </dsp:txBody>
      <dsp:txXfrm>
        <a:off x="475051" y="1024031"/>
        <a:ext cx="4043002" cy="806087"/>
      </dsp:txXfrm>
    </dsp:sp>
    <dsp:sp modelId="{46DCC1FF-6224-4E2D-9819-51C3B66E58ED}">
      <dsp:nvSpPr>
        <dsp:cNvPr id="0" name=""/>
        <dsp:cNvSpPr/>
      </dsp:nvSpPr>
      <dsp:spPr>
        <a:xfrm>
          <a:off x="899945" y="1997905"/>
          <a:ext cx="5099692" cy="8562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Se continuará con la validación documental de CPE y revisión de comunicación de GG en próximos turnos.</a:t>
          </a:r>
          <a:endParaRPr lang="es-CL" sz="1600" kern="1200" dirty="0"/>
        </a:p>
      </dsp:txBody>
      <dsp:txXfrm>
        <a:off x="925024" y="2022984"/>
        <a:ext cx="4043002" cy="806087"/>
      </dsp:txXfrm>
    </dsp:sp>
    <dsp:sp modelId="{862F12A6-3774-4094-8F17-0E0E0026E6CB}">
      <dsp:nvSpPr>
        <dsp:cNvPr id="0" name=""/>
        <dsp:cNvSpPr/>
      </dsp:nvSpPr>
      <dsp:spPr>
        <a:xfrm>
          <a:off x="4543133" y="649319"/>
          <a:ext cx="556559" cy="5565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500" kern="1200"/>
        </a:p>
      </dsp:txBody>
      <dsp:txXfrm>
        <a:off x="4668359" y="649319"/>
        <a:ext cx="306107" cy="418811"/>
      </dsp:txXfrm>
    </dsp:sp>
    <dsp:sp modelId="{AAA8D6AF-70A0-403C-8CD7-1F6CDEBDCEA0}">
      <dsp:nvSpPr>
        <dsp:cNvPr id="0" name=""/>
        <dsp:cNvSpPr/>
      </dsp:nvSpPr>
      <dsp:spPr>
        <a:xfrm>
          <a:off x="4993105" y="1642563"/>
          <a:ext cx="556559" cy="5565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2500" kern="1200"/>
        </a:p>
      </dsp:txBody>
      <dsp:txXfrm>
        <a:off x="5118331" y="1642563"/>
        <a:ext cx="306107" cy="418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7AF6D82-066C-FA4D-8270-4E3B76B0A85B}" type="datetimeFigureOut">
              <a:t>28-09-2026</a:t>
            </a:fld>
            <a:endParaRPr lang="en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BE92847-51ED-1449-A9AF-8F855167E8E6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1350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t>1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470964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Listo hasta el 04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3745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listo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5607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4B966-883D-2ECC-E52B-14325E93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CBAEBD-D38D-A06C-C92D-BF2ECDBA8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63D674-778E-5BE2-EF4A-AC613872D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listo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156D5B-3F44-8F62-5C05-8456D9B2F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82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7703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C029-E600-4190-8AE8-26B2F7F80486}" type="slidenum">
              <a:rPr lang="es-CL" smtClean="0"/>
              <a:t>20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02381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E682-BC13-E443-B955-4FA79FB3F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3E81D-F660-B04A-A02A-7771D9835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0CAD2-F4B0-6D4F-A3DB-59C0869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59959-8F63-1C46-9846-971A9FA8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FAE86-30FA-9842-986E-368BD12D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81052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F467-98F8-1240-ACB7-FB89C818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9D25-2E40-A546-8E08-F406112B1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8E3D-659B-5845-B58C-F7CE0FED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348E1-52F7-3740-BECC-A872BC95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3AFA0-CF5D-CB4F-86DA-A26B2DDD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4461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BE51-5261-8649-BBAC-76D79410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328B6-1619-BD43-AFD5-7594537C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C310A-FBFE-6A4B-94FD-CD0539AA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B160-B8F3-9845-896E-719CFEDB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F698-F77F-6B4B-84A3-6571531A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96897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D5FF-D86B-9747-848F-2C768AE5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8C517-D3BF-1840-B5E3-D495BF943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0A760-A9DA-0E47-8642-F4561309D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07266-6075-214C-9A0F-1B14A182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DC8C-B2B0-4245-A63C-2FB5D90D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F4FA8-9897-264C-B54C-3F8F1877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70322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B15F-C6FA-D84D-AB7C-2B5E418D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F8AC2-AA47-514A-8FDD-22D9C7EA7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D7083-810C-DE49-887E-B07C6D748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8EA05-E088-664F-95B0-F7ACC9519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E967E-B198-B644-85C4-9E2D8C07E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30866-AC10-394E-BF2C-D6905A00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192B9-1A8F-5643-8EDB-7F6741B9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EE84F-1143-8540-BC3E-2E7FBEDE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7888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E082-AEA3-514F-B09D-1F6E78F6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E451-9867-6C42-8057-6E95D2F3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23332-F96E-2A45-BF20-B5E13FB9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8CDD1-FCB4-B145-AA09-3E794E23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60950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C489A-8D6C-DC47-B468-186F9A46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29109-1C34-5244-ADE5-222459E6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9E646-008A-3748-BCE2-BCCC6ED3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45918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E5A1-F2E4-4441-8387-1A6E6B20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A04F-4005-F044-8FE5-2EC8060F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CDADC-814E-244E-B9E5-2C9051426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3663C-1FF4-3D4E-854F-A5AA4B8A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40EC2-135F-FE46-92F3-F3CD1E63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625FC-8AEA-F74B-9DD8-E453DBA5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84406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0717-7D74-B44F-9E66-235930CC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0095B-B62E-3C44-845A-8D31260A6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A383A-A1BD-3449-AEF4-F5EB7E8FA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DE627-2BED-3549-9D80-6D0263AB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75BC9-5EA8-9D48-A131-684734B3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AA5F-2F19-D749-8E4B-44ABBE82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8204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BE3B-CFC3-5A4C-B7F9-83501BEB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FE2E7-8408-F64E-AC06-6E9B1F7B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7EA7-EDC0-674E-87AF-81F0CC4A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6A1F-640A-DD4A-8A62-FC15E9D3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5553-91F0-6547-ABB8-D9C439CB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08699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1D21FB-DAFB-DF4B-B7CA-DF378245F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020F6-65AA-B149-8A98-D754BD2D8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A0BA-7E42-374F-BCF5-EDBE9B1C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8169A-AD4F-B54D-BD6E-4A85F6C0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CF1D-B5A0-C945-8BEF-46A5BA84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040774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E682-BC13-E443-B955-4FA79FB3F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3E81D-F660-B04A-A02A-7771D9835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0CAD2-F4B0-6D4F-A3DB-59C0869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59959-8F63-1C46-9846-971A9FA8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FAE86-30FA-9842-986E-368BD12D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77444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F467-98F8-1240-ACB7-FB89C818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9D25-2E40-A546-8E08-F406112B1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8E3D-659B-5845-B58C-F7CE0FED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348E1-52F7-3740-BECC-A872BC95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3AFA0-CF5D-CB4F-86DA-A26B2DDD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466150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BE51-5261-8649-BBAC-76D79410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328B6-1619-BD43-AFD5-7594537C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C310A-FBFE-6A4B-94FD-CD0539AA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B160-B8F3-9845-896E-719CFEDB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F698-F77F-6B4B-84A3-6571531A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983145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D5FF-D86B-9747-848F-2C768AE5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8C517-D3BF-1840-B5E3-D495BF943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0A760-A9DA-0E47-8642-F4561309D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07266-6075-214C-9A0F-1B14A182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DC8C-B2B0-4245-A63C-2FB5D90D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F4FA8-9897-264C-B54C-3F8F1877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580533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B15F-C6FA-D84D-AB7C-2B5E418D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F8AC2-AA47-514A-8FDD-22D9C7EA7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D7083-810C-DE49-887E-B07C6D748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8EA05-E088-664F-95B0-F7ACC9519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E967E-B198-B644-85C4-9E2D8C07E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30866-AC10-394E-BF2C-D6905A00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192B9-1A8F-5643-8EDB-7F6741B9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EE84F-1143-8540-BC3E-2E7FBEDE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976002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E082-AEA3-514F-B09D-1F6E78F6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E451-9867-6C42-8057-6E95D2F3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23332-F96E-2A45-BF20-B5E13FB9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8CDD1-FCB4-B145-AA09-3E794E23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3581796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C489A-8D6C-DC47-B468-186F9A46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29109-1C34-5244-ADE5-222459E6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9E646-008A-3748-BCE2-BCCC6ED3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614607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E5A1-F2E4-4441-8387-1A6E6B20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A04F-4005-F044-8FE5-2EC8060F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CDADC-814E-244E-B9E5-2C9051426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3663C-1FF4-3D4E-854F-A5AA4B8A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40EC2-135F-FE46-92F3-F3CD1E63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625FC-8AEA-F74B-9DD8-E453DBA5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654835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0717-7D74-B44F-9E66-235930CC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0095B-B62E-3C44-845A-8D31260A6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A383A-A1BD-3449-AEF4-F5EB7E8FA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DE627-2BED-3549-9D80-6D0263AB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75BC9-5EA8-9D48-A131-684734B3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AA5F-2F19-D749-8E4B-44ABBE82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537241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BE3B-CFC3-5A4C-B7F9-83501BEB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FE2E7-8408-F64E-AC06-6E9B1F7B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7EA7-EDC0-674E-87AF-81F0CC4A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6A1F-640A-DD4A-8A62-FC15E9D3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5553-91F0-6547-ABB8-D9C439CB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9140868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1D21FB-DAFB-DF4B-B7CA-DF378245F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020F6-65AA-B149-8A98-D754BD2D8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A0BA-7E42-374F-BCF5-EDBE9B1C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8169A-AD4F-B54D-BD6E-4A85F6C0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CF1D-B5A0-C945-8BEF-46A5BA84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0495347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F467-98F8-1240-ACB7-FB89C818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9D25-2E40-A546-8E08-F406112B1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8E3D-659B-5845-B58C-F7CE0FED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348E1-52F7-3740-BECC-A872BC95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3AFA0-CF5D-CB4F-86DA-A26B2DDD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446148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BE51-5261-8649-BBAC-76D79410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328B6-1619-BD43-AFD5-7594537C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C310A-FBFE-6A4B-94FD-CD0539AA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B160-B8F3-9845-896E-719CFEDB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F698-F77F-6B4B-84A3-6571531A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9689716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D5FF-D86B-9747-848F-2C768AE5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8C517-D3BF-1840-B5E3-D495BF943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0A760-A9DA-0E47-8642-F4561309D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07266-6075-214C-9A0F-1B14A182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DC8C-B2B0-4245-A63C-2FB5D90D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F4FA8-9897-264C-B54C-3F8F1877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7032258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B15F-C6FA-D84D-AB7C-2B5E418D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F8AC2-AA47-514A-8FDD-22D9C7EA7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D7083-810C-DE49-887E-B07C6D748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8EA05-E088-664F-95B0-F7ACC9519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E967E-B198-B644-85C4-9E2D8C07E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30866-AC10-394E-BF2C-D6905A00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192B9-1A8F-5643-8EDB-7F6741B9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EE84F-1143-8540-BC3E-2E7FBEDE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788866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E082-AEA3-514F-B09D-1F6E78F6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E451-9867-6C42-8057-6E95D2F3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23332-F96E-2A45-BF20-B5E13FB9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8CDD1-FCB4-B145-AA09-3E794E23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609508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C489A-8D6C-DC47-B468-186F9A46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29109-1C34-5244-ADE5-222459E6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9E646-008A-3748-BCE2-BCCC6ED3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4591809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E5A1-F2E4-4441-8387-1A6E6B20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A04F-4005-F044-8FE5-2EC8060F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CDADC-814E-244E-B9E5-2C9051426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3663C-1FF4-3D4E-854F-A5AA4B8A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40EC2-135F-FE46-92F3-F3CD1E63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625FC-8AEA-F74B-9DD8-E453DBA5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8440666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0717-7D74-B44F-9E66-235930CC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0095B-B62E-3C44-845A-8D31260A6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A383A-A1BD-3449-AEF4-F5EB7E8FA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DE627-2BED-3549-9D80-6D0263AB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75BC9-5EA8-9D48-A131-684734B3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AA5F-2F19-D749-8E4B-44ABBE82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8204970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BE3B-CFC3-5A4C-B7F9-83501BEB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FE2E7-8408-F64E-AC06-6E9B1F7B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7EA7-EDC0-674E-87AF-81F0CC4A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6A1F-640A-DD4A-8A62-FC15E9D3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5553-91F0-6547-ABB8-D9C439CB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08699933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E682-BC13-E443-B955-4FA79FB3F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3E81D-F660-B04A-A02A-7771D9835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0CAD2-F4B0-6D4F-A3DB-59C0869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59959-8F63-1C46-9846-971A9FA8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FAE86-30FA-9842-986E-368BD12D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81052006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1D21FB-DAFB-DF4B-B7CA-DF378245F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020F6-65AA-B149-8A98-D754BD2D8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A0BA-7E42-374F-BCF5-EDBE9B1C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8169A-AD4F-B54D-BD6E-4A85F6C0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CF1D-B5A0-C945-8BEF-46A5BA84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04077495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E682-BC13-E443-B955-4FA79FB3F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3E81D-F660-B04A-A02A-7771D9835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0CAD2-F4B0-6D4F-A3DB-59C0869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59959-8F63-1C46-9846-971A9FA8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FAE86-30FA-9842-986E-368BD12D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7744495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F467-98F8-1240-ACB7-FB89C818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9D25-2E40-A546-8E08-F406112B1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8E3D-659B-5845-B58C-F7CE0FED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348E1-52F7-3740-BECC-A872BC95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3AFA0-CF5D-CB4F-86DA-A26B2DDD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46615001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BE51-5261-8649-BBAC-76D79410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328B6-1619-BD43-AFD5-7594537C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C310A-FBFE-6A4B-94FD-CD0539AA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B160-B8F3-9845-896E-719CFEDB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F698-F77F-6B4B-84A3-6571531A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98314506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D5FF-D86B-9747-848F-2C768AE5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8C517-D3BF-1840-B5E3-D495BF943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0A760-A9DA-0E47-8642-F4561309D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07266-6075-214C-9A0F-1B14A182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DC8C-B2B0-4245-A63C-2FB5D90D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F4FA8-9897-264C-B54C-3F8F1877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58053368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B15F-C6FA-D84D-AB7C-2B5E418D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F8AC2-AA47-514A-8FDD-22D9C7EA7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D7083-810C-DE49-887E-B07C6D748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8EA05-E088-664F-95B0-F7ACC9519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E967E-B198-B644-85C4-9E2D8C07E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30866-AC10-394E-BF2C-D6905A00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192B9-1A8F-5643-8EDB-7F6741B9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EE84F-1143-8540-BC3E-2E7FBEDE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97600254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E082-AEA3-514F-B09D-1F6E78F6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E451-9867-6C42-8057-6E95D2F3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23332-F96E-2A45-BF20-B5E13FB9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8CDD1-FCB4-B145-AA09-3E794E23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358179644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C489A-8D6C-DC47-B468-186F9A46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29109-1C34-5244-ADE5-222459E6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9E646-008A-3748-BCE2-BCCC6ED3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614607738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E5A1-F2E4-4441-8387-1A6E6B20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A04F-4005-F044-8FE5-2EC8060F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CDADC-814E-244E-B9E5-2C9051426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3663C-1FF4-3D4E-854F-A5AA4B8A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40EC2-135F-FE46-92F3-F3CD1E63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625FC-8AEA-F74B-9DD8-E453DBA5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654835407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0717-7D74-B44F-9E66-235930CC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0095B-B62E-3C44-845A-8D31260A6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A383A-A1BD-3449-AEF4-F5EB7E8FA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DE627-2BED-3549-9D80-6D0263AB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75BC9-5EA8-9D48-A131-684734B3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AA5F-2F19-D749-8E4B-44ABBE82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537241086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BE3B-CFC3-5A4C-B7F9-83501BEB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FE2E7-8408-F64E-AC06-6E9B1F7B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7EA7-EDC0-674E-87AF-81F0CC4A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6A1F-640A-DD4A-8A62-FC15E9D3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5553-91F0-6547-ABB8-D9C439CB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91408680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1D21FB-DAFB-DF4B-B7CA-DF378245F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020F6-65AA-B149-8A98-D754BD2D8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A0BA-7E42-374F-BCF5-EDBE9B1C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8169A-AD4F-B54D-BD6E-4A85F6C0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CF1D-B5A0-C945-8BEF-46A5BA84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04953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90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80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210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20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AB91E-8D3B-5049-91E0-681A6BD5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0D1AD-7B0F-C243-8060-E31261F4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009B1-730F-3948-AFDB-A7D229514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8CD1-C846-864B-8FF5-193D2956B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D875-456D-074B-9AD9-F14C62DF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67008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AB91E-8D3B-5049-91E0-681A6BD5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0D1AD-7B0F-C243-8060-E31261F4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009B1-730F-3948-AFDB-A7D229514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1EB-52E9-864A-B0F6-E4DE6976EFAF}" type="datetimeFigureOut">
              <a:t>28-09-2026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8CD1-C846-864B-8FF5-193D2956B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D875-456D-074B-9AD9-F14C62DF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3932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AB91E-8D3B-5049-91E0-681A6BD5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0D1AD-7B0F-C243-8060-E31261F4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009B1-730F-3948-AFDB-A7D229514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8CD1-C846-864B-8FF5-193D2956B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D875-456D-074B-9AD9-F14C62DF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67008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AB91E-8D3B-5049-91E0-681A6BD5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0D1AD-7B0F-C243-8060-E31261F4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009B1-730F-3948-AFDB-A7D229514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1EB-52E9-864A-B0F6-E4DE6976EFAF}" type="datetimeFigureOut">
              <a:t>26/04/2026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8CD1-C846-864B-8FF5-193D2956B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D875-456D-074B-9AD9-F14C62DF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3932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13" Type="http://schemas.openxmlformats.org/officeDocument/2006/relationships/image" Target="../media/image50.png"/><Relationship Id="rId18" Type="http://schemas.openxmlformats.org/officeDocument/2006/relationships/slide" Target="slide160.xml"/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12" Type="http://schemas.openxmlformats.org/officeDocument/2006/relationships/slide" Target="slide140.xml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5.png"/><Relationship Id="rId5" Type="http://schemas.openxmlformats.org/officeDocument/2006/relationships/slide" Target="slide180.xml"/><Relationship Id="rId15" Type="http://schemas.openxmlformats.org/officeDocument/2006/relationships/slide" Target="slide21.xml"/><Relationship Id="rId10" Type="http://schemas.openxmlformats.org/officeDocument/2006/relationships/image" Target="../media/image4.png"/><Relationship Id="rId19" Type="http://schemas.openxmlformats.org/officeDocument/2006/relationships/image" Target="../media/image70.png"/><Relationship Id="rId4" Type="http://schemas.openxmlformats.org/officeDocument/2006/relationships/image" Target="../media/image2.png"/><Relationship Id="rId9" Type="http://schemas.openxmlformats.org/officeDocument/2006/relationships/image" Target="../media/image32.png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00.xml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12" Type="http://schemas.openxmlformats.org/officeDocument/2006/relationships/image" Target="../media/image16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slide" Target="slide120.xml"/><Relationship Id="rId5" Type="http://schemas.openxmlformats.org/officeDocument/2006/relationships/image" Target="../media/image140.png"/><Relationship Id="rId10" Type="http://schemas.openxmlformats.org/officeDocument/2006/relationships/image" Target="../media/image14.png"/><Relationship Id="rId4" Type="http://schemas.openxmlformats.org/officeDocument/2006/relationships/slide" Target="slide70.xml"/><Relationship Id="rId9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diagramLayout" Target="../diagrams/layout3.xml"/><Relationship Id="rId7" Type="http://schemas.openxmlformats.org/officeDocument/2006/relationships/image" Target="../media/image1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microsoft.com/office/2007/relationships/hdphoto" Target="../media/hdphoto4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microsoft.com/office/2007/relationships/hdphoto" Target="../media/hdphoto3.wdp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8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33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microsoft.com/office/2007/relationships/hdphoto" Target="../media/hdphoto5.wdp"/><Relationship Id="rId9" Type="http://schemas.microsoft.com/office/2007/relationships/diagramDrawing" Target="../diagrams/drawing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image" Target="../media/image35.png"/><Relationship Id="rId7" Type="http://schemas.openxmlformats.org/officeDocument/2006/relationships/diagramData" Target="../diagrams/data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11" Type="http://schemas.microsoft.com/office/2007/relationships/diagramDrawing" Target="../diagrams/drawing7.xml"/><Relationship Id="rId5" Type="http://schemas.openxmlformats.org/officeDocument/2006/relationships/image" Target="../media/image37.png"/><Relationship Id="rId10" Type="http://schemas.openxmlformats.org/officeDocument/2006/relationships/diagramColors" Target="../diagrams/colors7.xml"/><Relationship Id="rId4" Type="http://schemas.openxmlformats.org/officeDocument/2006/relationships/image" Target="../media/image36.png"/><Relationship Id="rId9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39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80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0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1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0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50.xml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0.xml"/><Relationship Id="rId6" Type="http://schemas.openxmlformats.org/officeDocument/2006/relationships/diagramQuickStyle" Target="../diagrams/quickStyle50.xml"/><Relationship Id="rId5" Type="http://schemas.openxmlformats.org/officeDocument/2006/relationships/diagramLayout" Target="../diagrams/layout50.xml"/><Relationship Id="rId4" Type="http://schemas.openxmlformats.org/officeDocument/2006/relationships/diagramData" Target="../diagrams/data50.xml"/></Relationships>
</file>

<file path=ppt/slides/_rels/slide1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0.xml"/><Relationship Id="rId3" Type="http://schemas.openxmlformats.org/officeDocument/2006/relationships/image" Target="../media/image28.png"/><Relationship Id="rId7" Type="http://schemas.openxmlformats.org/officeDocument/2006/relationships/diagramColors" Target="../diagrams/colors70.xml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0.xml"/><Relationship Id="rId6" Type="http://schemas.openxmlformats.org/officeDocument/2006/relationships/diagramQuickStyle" Target="../diagrams/quickStyle70.xml"/><Relationship Id="rId5" Type="http://schemas.openxmlformats.org/officeDocument/2006/relationships/diagramLayout" Target="../diagrams/layout70.xml"/><Relationship Id="rId4" Type="http://schemas.openxmlformats.org/officeDocument/2006/relationships/diagramData" Target="../diagrams/data70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0.xml"/></Relationships>
</file>

<file path=ppt/slides/_rels/slide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diagramData" Target="../diagrams/data100.xml"/><Relationship Id="rId7" Type="http://schemas.microsoft.com/office/2007/relationships/diagramDrawing" Target="../diagrams/drawing100.xml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0.xml"/><Relationship Id="rId6" Type="http://schemas.openxmlformats.org/officeDocument/2006/relationships/diagramColors" Target="../diagrams/colors100.xml"/><Relationship Id="rId5" Type="http://schemas.openxmlformats.org/officeDocument/2006/relationships/diagramQuickStyle" Target="../diagrams/quickStyle100.xml"/><Relationship Id="rId4" Type="http://schemas.openxmlformats.org/officeDocument/2006/relationships/diagramLayout" Target="../diagrams/layout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7727F2-87E1-463E-39C5-FA3186ACB2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232"/>
            <a:ext cx="12191999" cy="685753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ECD39E-EC9A-954A-B4CF-9BCD99C8CFAE}"/>
              </a:ext>
            </a:extLst>
          </p:cNvPr>
          <p:cNvCxnSpPr>
            <a:cxnSpLocks/>
          </p:cNvCxnSpPr>
          <p:nvPr/>
        </p:nvCxnSpPr>
        <p:spPr>
          <a:xfrm flipH="1" flipV="1">
            <a:off x="4020238" y="3525722"/>
            <a:ext cx="1374239" cy="1340557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7" name="Section Zoom 16">
                <a:extLst>
                  <a:ext uri="{FF2B5EF4-FFF2-40B4-BE49-F238E27FC236}">
                    <a16:creationId xmlns:a16="http://schemas.microsoft.com/office/drawing/2014/main" id="{BA3A39B2-158B-2B4C-A1B4-DCCBD75CA1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61353680"/>
                  </p:ext>
                </p:extLst>
              </p:nvPr>
            </p:nvGraphicFramePr>
            <p:xfrm>
              <a:off x="8812977" y="4590756"/>
              <a:ext cx="3369529" cy="1895360"/>
            </p:xfrm>
            <a:graphic>
              <a:graphicData uri="http://schemas.microsoft.com/office/powerpoint/2016/sectionzoom">
                <psez:sectionZm>
                  <psez:sectionZmObj sectionId="{17ED8106-7472-CA40-A9D6-5927206203E6}">
                    <psez:zmPr id="{BED1C54D-1895-F149-B351-02B981A8A5BF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369529" cy="189536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7" name="Section Zoom 1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BA3A39B2-158B-2B4C-A1B4-DCCBD75CA1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12977" y="4590756"/>
                <a:ext cx="3369529" cy="1895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27">
            <a:extLst>
              <a:ext uri="{FF2B5EF4-FFF2-40B4-BE49-F238E27FC236}">
                <a16:creationId xmlns:a16="http://schemas.microsoft.com/office/drawing/2014/main" id="{F005C244-9B4E-F30F-B2F7-2678FAE73430}"/>
              </a:ext>
            </a:extLst>
          </p:cNvPr>
          <p:cNvCxnSpPr>
            <a:cxnSpLocks/>
          </p:cNvCxnSpPr>
          <p:nvPr/>
        </p:nvCxnSpPr>
        <p:spPr>
          <a:xfrm flipV="1">
            <a:off x="1860206" y="3167406"/>
            <a:ext cx="944375" cy="958157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" name="Section Zoom 3">
                <a:extLst>
                  <a:ext uri="{FF2B5EF4-FFF2-40B4-BE49-F238E27FC236}">
                    <a16:creationId xmlns:a16="http://schemas.microsoft.com/office/drawing/2014/main" id="{B2D661A4-8895-1E43-9238-4B6D30F2FF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4617918"/>
                  </p:ext>
                </p:extLst>
              </p:nvPr>
            </p:nvGraphicFramePr>
            <p:xfrm>
              <a:off x="1965470" y="1851731"/>
              <a:ext cx="3323743" cy="1869606"/>
            </p:xfrm>
            <a:graphic>
              <a:graphicData uri="http://schemas.microsoft.com/office/powerpoint/2016/sectionzoom">
                <psez:sectionZm>
                  <psez:sectionZmObj sectionId="{DBB0F080-D76F-2449-A8A8-97428CE5CDE4}">
                    <psez:zmPr id="{E31B0801-3E89-AF44-A1B1-5F4CCB54772F}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323743" cy="1869606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" name="Section Zoom 3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B2D661A4-8895-1E43-9238-4B6D30F2FF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5470" y="1851731"/>
                <a:ext cx="3323743" cy="1869606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D3EC1FB-71E1-4861-1FA8-7F3FBC323C37}"/>
              </a:ext>
            </a:extLst>
          </p:cNvPr>
          <p:cNvSpPr/>
          <p:nvPr/>
        </p:nvSpPr>
        <p:spPr>
          <a:xfrm>
            <a:off x="5857974" y="74278"/>
            <a:ext cx="6044874" cy="1426896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40197C-0DB2-9CBA-9C26-FD62180053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764" y="81162"/>
            <a:ext cx="4174302" cy="165415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D1D4DDA-3BA2-7F47-974A-FC6F909C89E4}"/>
              </a:ext>
            </a:extLst>
          </p:cNvPr>
          <p:cNvSpPr/>
          <p:nvPr/>
        </p:nvSpPr>
        <p:spPr>
          <a:xfrm>
            <a:off x="5877042" y="371884"/>
            <a:ext cx="6044874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900" b="1" spc="-10" dirty="0">
                <a:solidFill>
                  <a:srgbClr val="FFFFFF"/>
                </a:solidFill>
                <a:latin typeface="Trebuchet MS" charset="0"/>
                <a:ea typeface="Trebuchet MS" charset="0"/>
                <a:cs typeface="Trebuchet MS" charset="0"/>
              </a:rPr>
              <a:t>RESUMEN EJECUTIVO FIN DE SEMANA LTE – TURNO A</a:t>
            </a:r>
          </a:p>
          <a:p>
            <a:r>
              <a:rPr lang="es-ES" sz="1400" b="1" spc="-10" dirty="0">
                <a:solidFill>
                  <a:srgbClr val="FFFFFF"/>
                </a:solidFill>
                <a:latin typeface="Trebuchet MS" charset="0"/>
              </a:rPr>
              <a:t>PERIODO: VIERNES 25 DE SEPTIEMBRE AL DOMINGO 27 DE SEPTIEMBRE DE 2026</a:t>
            </a:r>
            <a:br>
              <a:rPr lang="es-ES" sz="1400" b="1" spc="-10" dirty="0">
                <a:solidFill>
                  <a:srgbClr val="FFFFFF"/>
                </a:solidFill>
                <a:latin typeface="Trebuchet MS" charset="0"/>
              </a:rPr>
            </a:br>
            <a:r>
              <a:rPr lang="es-ES" sz="1400" b="1" spc="-10" dirty="0">
                <a:solidFill>
                  <a:srgbClr val="FFFFFF"/>
                </a:solidFill>
                <a:latin typeface="Trebuchet MS" charset="0"/>
              </a:rPr>
              <a:t>ÁREA: OPERACIÓN LTE – DIVISIÓN SALVADOR (CODELCO)</a:t>
            </a:r>
            <a:endParaRPr lang="es-ES_tradnl" sz="1400" b="1" spc="-10" dirty="0">
              <a:solidFill>
                <a:srgbClr val="FFFFFF"/>
              </a:solidFill>
              <a:latin typeface="Trebuchet MS" charset="0"/>
            </a:endParaRPr>
          </a:p>
        </p:txBody>
      </p:sp>
      <p:cxnSp>
        <p:nvCxnSpPr>
          <p:cNvPr id="15" name="Straight Connector 27">
            <a:extLst>
              <a:ext uri="{FF2B5EF4-FFF2-40B4-BE49-F238E27FC236}">
                <a16:creationId xmlns:a16="http://schemas.microsoft.com/office/drawing/2014/main" id="{3A348555-C3DA-16C5-CE0E-E42C4F16E9E5}"/>
              </a:ext>
            </a:extLst>
          </p:cNvPr>
          <p:cNvCxnSpPr>
            <a:cxnSpLocks/>
          </p:cNvCxnSpPr>
          <p:nvPr/>
        </p:nvCxnSpPr>
        <p:spPr>
          <a:xfrm flipH="1" flipV="1">
            <a:off x="9558779" y="3167406"/>
            <a:ext cx="938962" cy="1423350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9" name="Vista general de sección 28">
                <a:extLst>
                  <a:ext uri="{FF2B5EF4-FFF2-40B4-BE49-F238E27FC236}">
                    <a16:creationId xmlns:a16="http://schemas.microsoft.com/office/drawing/2014/main" id="{E87603ED-7BB6-D795-BFC3-B8FCF1009F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17028087"/>
                  </p:ext>
                </p:extLst>
              </p:nvPr>
            </p:nvGraphicFramePr>
            <p:xfrm>
              <a:off x="4189601" y="4632139"/>
              <a:ext cx="3812798" cy="2144699"/>
            </p:xfrm>
            <a:graphic>
              <a:graphicData uri="http://schemas.microsoft.com/office/powerpoint/2016/sectionzoom">
                <psez:sectionZm>
                  <psez:sectionZmObj sectionId="{D01103C6-D9B4-874A-903D-1D54C47D2E73}">
                    <psez:zmPr id="{14BFB1F7-566A-44D3-912A-BD7D61ABA964}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12798" cy="214469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9" name="Vista general de sección 28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E87603ED-7BB6-D795-BFC3-B8FCF1009F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89601" y="4632139"/>
                <a:ext cx="3812798" cy="2144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6" name="Vista general de sección 5">
                <a:extLst>
                  <a:ext uri="{FF2B5EF4-FFF2-40B4-BE49-F238E27FC236}">
                    <a16:creationId xmlns:a16="http://schemas.microsoft.com/office/drawing/2014/main" id="{98CFF69B-087C-6C8E-9365-40FBA962E1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33715880"/>
                  </p:ext>
                </p:extLst>
              </p:nvPr>
            </p:nvGraphicFramePr>
            <p:xfrm>
              <a:off x="-8403" y="4125563"/>
              <a:ext cx="3612839" cy="2032222"/>
            </p:xfrm>
            <a:graphic>
              <a:graphicData uri="http://schemas.microsoft.com/office/powerpoint/2016/sectionzoom">
                <psez:sectionZm>
                  <psez:sectionZmObj sectionId="{2FE6B519-480C-434A-96D0-B06036B49864}">
                    <psez:zmPr id="{59A0AF0F-2654-44CC-8802-E4CFED1CB76B}" transitionDur="1000" showBg="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12839" cy="203222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6" name="Vista general de sección 5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98CFF69B-087C-6C8E-9365-40FBA962E1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8403" y="4125563"/>
                <a:ext cx="3612839" cy="2032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7" name="Vista general de sección 6">
                <a:extLst>
                  <a:ext uri="{FF2B5EF4-FFF2-40B4-BE49-F238E27FC236}">
                    <a16:creationId xmlns:a16="http://schemas.microsoft.com/office/drawing/2014/main" id="{0BE6B97A-20BB-0BB0-6ACC-57EF26438B9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4356590"/>
                  </p:ext>
                </p:extLst>
              </p:nvPr>
            </p:nvGraphicFramePr>
            <p:xfrm>
              <a:off x="7024454" y="1851731"/>
              <a:ext cx="3369529" cy="1895360"/>
            </p:xfrm>
            <a:graphic>
              <a:graphicData uri="http://schemas.microsoft.com/office/powerpoint/2016/sectionzoom">
                <psez:sectionZm>
                  <psez:sectionZmObj sectionId="{7911C804-55D1-4777-8047-D6F6E12CFC8D}">
                    <psez:zmPr id="{17535332-22BE-43F0-937D-2F4A5C78D0F4}" transitionDur="1000" showBg="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369529" cy="189536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7" name="Vista general de sección 6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0BE6B97A-20BB-0BB0-6ACC-57EF26438B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24454" y="1851731"/>
                <a:ext cx="3369529" cy="1895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9" name="Straight Connector 27">
            <a:extLst>
              <a:ext uri="{FF2B5EF4-FFF2-40B4-BE49-F238E27FC236}">
                <a16:creationId xmlns:a16="http://schemas.microsoft.com/office/drawing/2014/main" id="{335DC0AD-F450-8316-6E8D-E6F0CD2F6F2E}"/>
              </a:ext>
            </a:extLst>
          </p:cNvPr>
          <p:cNvCxnSpPr>
            <a:cxnSpLocks/>
          </p:cNvCxnSpPr>
          <p:nvPr/>
        </p:nvCxnSpPr>
        <p:spPr>
          <a:xfrm flipV="1">
            <a:off x="6767655" y="3583172"/>
            <a:ext cx="1350388" cy="1322352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38535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3394780" y="3532924"/>
            <a:ext cx="5402441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0" marR="0" lvl="0" indent="-11430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CL" sz="65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RESUMEN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L" sz="65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GENERAL</a:t>
            </a:r>
            <a:endParaRPr kumimoji="0" lang="en-LT" sz="65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3169A18E-29C1-B14B-9DAC-9A1603958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0683" y="782444"/>
            <a:ext cx="2750634" cy="2750634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16F1666-41DE-C792-FE95-0F10629B1C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4657992"/>
              </p:ext>
            </p:extLst>
          </p:nvPr>
        </p:nvGraphicFramePr>
        <p:xfrm>
          <a:off x="13419097" y="1429393"/>
          <a:ext cx="5171069" cy="3765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B57CB778-3EDC-F323-CEC9-1702B6C3C27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867" b="4867"/>
          <a:stretch/>
        </p:blipFill>
        <p:spPr>
          <a:xfrm>
            <a:off x="-4085045" y="427671"/>
            <a:ext cx="2984686" cy="59870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7523264"/>
      </p:ext>
    </p:extLst>
  </p:cSld>
  <p:clrMapOvr>
    <a:masterClrMapping/>
  </p:clrMapOvr>
  <p:transition spd="slow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86B6F-9043-CB60-4AA0-CC5030FC2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37767CC-0795-73D7-8F5B-214901290493}"/>
              </a:ext>
            </a:extLst>
          </p:cNvPr>
          <p:cNvSpPr/>
          <p:nvPr/>
        </p:nvSpPr>
        <p:spPr>
          <a:xfrm>
            <a:off x="2869581" y="202581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3A6DF1-23A3-BAD1-6C9C-EC2EC94B514B}"/>
              </a:ext>
            </a:extLst>
          </p:cNvPr>
          <p:cNvSpPr/>
          <p:nvPr/>
        </p:nvSpPr>
        <p:spPr>
          <a:xfrm>
            <a:off x="4402083" y="507352"/>
            <a:ext cx="338783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RESUMEN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GENERAL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4A469A2-2368-17ED-B31A-2752D387D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7131" r="5818"/>
          <a:stretch>
            <a:fillRect/>
          </a:stretch>
        </p:blipFill>
        <p:spPr>
          <a:xfrm>
            <a:off x="655253" y="686188"/>
            <a:ext cx="3620461" cy="5485623"/>
          </a:xfrm>
          <a:prstGeom prst="rect">
            <a:avLst/>
          </a:prstGeom>
        </p:spPr>
      </p:pic>
      <p:sp>
        <p:nvSpPr>
          <p:cNvPr id="7" name="Resumen general - barra fondo"/>
          <p:cNvSpPr/>
          <p:nvPr/>
        </p:nvSpPr>
        <p:spPr>
          <a:xfrm>
            <a:off x="3730752" y="1874519"/>
            <a:ext cx="7635240" cy="411480"/>
          </a:xfrm>
          <a:prstGeom prst="rect">
            <a:avLst/>
          </a:prstGeom>
          <a:solidFill>
            <a:srgbClr val="CDE1EB"/>
          </a:solidFill>
          <a:ln>
            <a:solidFill>
              <a:srgbClr val="CD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sumen general - card actualizado"/>
          <p:cNvSpPr/>
          <p:nvPr/>
        </p:nvSpPr>
        <p:spPr>
          <a:xfrm>
            <a:off x="4114800" y="1783080"/>
            <a:ext cx="6693408" cy="502920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18288" rtlCol="0" anchor="ctr"/>
          <a:lstStyle/>
          <a:p>
            <a:pPr algn="l"/>
            <a:r>
              <a:rPr sz="1240" b="1" dirty="0">
                <a:solidFill>
                  <a:srgbClr val="FFFFFF"/>
                </a:solidFill>
                <a:latin typeface="Arial"/>
              </a:rPr>
              <a:t>OPERACIÓN GENERAL ESTABLE DURANTE EL FIN DE SEMANA.</a:t>
            </a:r>
          </a:p>
        </p:txBody>
      </p:sp>
      <p:sp>
        <p:nvSpPr>
          <p:cNvPr id="9" name="Resumen general - barra fondo"/>
          <p:cNvSpPr/>
          <p:nvPr/>
        </p:nvSpPr>
        <p:spPr>
          <a:xfrm>
            <a:off x="3730752" y="2633472"/>
            <a:ext cx="7635240" cy="475488"/>
          </a:xfrm>
          <a:prstGeom prst="rect">
            <a:avLst/>
          </a:prstGeom>
          <a:solidFill>
            <a:srgbClr val="CDE1EB"/>
          </a:solidFill>
          <a:ln>
            <a:solidFill>
              <a:srgbClr val="CD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sumen general - card actualizado"/>
          <p:cNvSpPr/>
          <p:nvPr/>
        </p:nvSpPr>
        <p:spPr>
          <a:xfrm>
            <a:off x="4114800" y="2542032"/>
            <a:ext cx="6693408" cy="566928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18288" rtlCol="0" anchor="ctr"/>
          <a:lstStyle/>
          <a:p>
            <a:r>
              <a:rPr sz="1240" b="1" dirty="0">
                <a:solidFill>
                  <a:srgbClr val="FFFFFF"/>
                </a:solidFill>
                <a:latin typeface="Arial"/>
              </a:rPr>
              <a:t>SE EJECUTARON MANTENIMIENTOS PREVENTIVOS </a:t>
            </a:r>
            <a:r>
              <a:rPr lang="es-CL" sz="1240" b="1" dirty="0">
                <a:solidFill>
                  <a:srgbClr val="FFFFFF"/>
                </a:solidFill>
                <a:latin typeface="Arial"/>
              </a:rPr>
              <a:t>LTE_CMM_11, LTE_CMF_02, LTE_CMF_08, LTE_CMM_06, LTE_CMM_10 Y MMOO_01.</a:t>
            </a:r>
            <a:endParaRPr sz="124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sumen general - barra fondo"/>
          <p:cNvSpPr/>
          <p:nvPr/>
        </p:nvSpPr>
        <p:spPr>
          <a:xfrm>
            <a:off x="3730752" y="3392424"/>
            <a:ext cx="7635240" cy="438912"/>
          </a:xfrm>
          <a:prstGeom prst="rect">
            <a:avLst/>
          </a:prstGeom>
          <a:solidFill>
            <a:srgbClr val="CDE1EB"/>
          </a:solidFill>
          <a:ln>
            <a:solidFill>
              <a:srgbClr val="CD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sumen general - card actualizado"/>
          <p:cNvSpPr/>
          <p:nvPr/>
        </p:nvSpPr>
        <p:spPr>
          <a:xfrm>
            <a:off x="4114800" y="3300984"/>
            <a:ext cx="6693408" cy="530352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18288" rtlCol="0" anchor="ctr"/>
          <a:lstStyle/>
          <a:p>
            <a:r>
              <a:rPr lang="es-ES" sz="1240" b="1" dirty="0">
                <a:solidFill>
                  <a:srgbClr val="FFFFFF"/>
                </a:solidFill>
                <a:latin typeface="Arial"/>
              </a:rPr>
              <a:t>SE EJECUTARON TRABAJOS DE CPE MOTONIVELADORA N°1702 Y WHEELDOZER 1501.</a:t>
            </a:r>
          </a:p>
        </p:txBody>
      </p:sp>
      <p:sp>
        <p:nvSpPr>
          <p:cNvPr id="13" name="Resumen general - barra fondo"/>
          <p:cNvSpPr/>
          <p:nvPr/>
        </p:nvSpPr>
        <p:spPr>
          <a:xfrm>
            <a:off x="3730752" y="4142231"/>
            <a:ext cx="7635240" cy="566928"/>
          </a:xfrm>
          <a:prstGeom prst="rect">
            <a:avLst/>
          </a:prstGeom>
          <a:solidFill>
            <a:srgbClr val="CDE1EB"/>
          </a:solidFill>
          <a:ln>
            <a:solidFill>
              <a:srgbClr val="CD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sumen general - card actualizado"/>
          <p:cNvSpPr/>
          <p:nvPr/>
        </p:nvSpPr>
        <p:spPr>
          <a:xfrm>
            <a:off x="4114800" y="4050791"/>
            <a:ext cx="6693408" cy="658368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18288" rtlCol="0" anchor="ctr"/>
          <a:lstStyle/>
          <a:p>
            <a:r>
              <a:rPr lang="es-CL" sz="1400" b="1" dirty="0">
                <a:solidFill>
                  <a:srgbClr val="FFFFFF"/>
                </a:solidFill>
                <a:latin typeface="Aptos Narrow" panose="020B0004020202020204" pitchFamily="34" charset="0"/>
              </a:rPr>
              <a:t>SE REALIZO MEDICION Y VALIDACION DE BANCO DE BATERIAS DE LOS CARROS LTE.</a:t>
            </a:r>
          </a:p>
        </p:txBody>
      </p:sp>
      <p:sp>
        <p:nvSpPr>
          <p:cNvPr id="15" name="Resumen general - barra fondo"/>
          <p:cNvSpPr/>
          <p:nvPr/>
        </p:nvSpPr>
        <p:spPr>
          <a:xfrm>
            <a:off x="3730752" y="4974336"/>
            <a:ext cx="7635240" cy="566928"/>
          </a:xfrm>
          <a:prstGeom prst="rect">
            <a:avLst/>
          </a:prstGeom>
          <a:solidFill>
            <a:srgbClr val="CDE1EB"/>
          </a:solidFill>
          <a:ln>
            <a:solidFill>
              <a:srgbClr val="CD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sumen general - card actualizado"/>
          <p:cNvSpPr/>
          <p:nvPr/>
        </p:nvSpPr>
        <p:spPr>
          <a:xfrm>
            <a:off x="4114800" y="4882896"/>
            <a:ext cx="6693408" cy="658368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18288" rtlCol="0" anchor="ctr"/>
          <a:lstStyle/>
          <a:p>
            <a:pPr algn="l"/>
            <a:r>
              <a:rPr lang="es-ES" sz="1140" b="1" dirty="0">
                <a:solidFill>
                  <a:srgbClr val="FFFFFF"/>
                </a:solidFill>
                <a:latin typeface="Arial"/>
              </a:rPr>
              <a:t>SE MANTUVO CONTROL DOCUMENTAL Y SSO: ART, CHECK LIST, FATIGA Y SOMNOLENCIA, TEST ALCOHOL Y DROGAS, PROTECCIÓN SOLAR E HIDRATACIÓN.</a:t>
            </a:r>
          </a:p>
        </p:txBody>
      </p:sp>
      <p:sp>
        <p:nvSpPr>
          <p:cNvPr id="17" name="Resumen general - barra fondo"/>
          <p:cNvSpPr/>
          <p:nvPr/>
        </p:nvSpPr>
        <p:spPr>
          <a:xfrm>
            <a:off x="3730752" y="5806440"/>
            <a:ext cx="7635240" cy="438912"/>
          </a:xfrm>
          <a:prstGeom prst="rect">
            <a:avLst/>
          </a:prstGeom>
          <a:solidFill>
            <a:srgbClr val="CDE1EB"/>
          </a:solidFill>
          <a:ln>
            <a:solidFill>
              <a:srgbClr val="CD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sumen general - card actualizado"/>
          <p:cNvSpPr/>
          <p:nvPr/>
        </p:nvSpPr>
        <p:spPr>
          <a:xfrm>
            <a:off x="4114800" y="5715000"/>
            <a:ext cx="6693408" cy="530352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36576" rIns="109728" bIns="18288" rtlCol="0" anchor="ctr"/>
          <a:lstStyle/>
          <a:p>
            <a:pPr algn="l"/>
            <a:r>
              <a:rPr lang="es-ES" sz="1200" b="1" dirty="0">
                <a:solidFill>
                  <a:srgbClr val="FFFFFF"/>
                </a:solidFill>
                <a:latin typeface="Arial"/>
              </a:rPr>
              <a:t>SE MANTIENE SEGUIMIENTO A LTE_CMM_05: SE REALIZA REPORTABILDIAD DE CARROS EN TURNO NOCHE.</a:t>
            </a:r>
          </a:p>
        </p:txBody>
      </p:sp>
    </p:spTree>
    <p:extLst>
      <p:ext uri="{BB962C8B-B14F-4D97-AF65-F5344CB8AC3E}">
        <p14:creationId xmlns:p14="http://schemas.microsoft.com/office/powerpoint/2010/main" val="3733127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LT" sz="8000" b="1" spc="-150">
              <a:latin typeface="Raleway" panose="020B05030301010600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1"/>
            <a:ext cx="62967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6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2. ACTIVIDADES PRINCIPALES</a:t>
            </a:r>
            <a:endParaRPr kumimoji="0" lang="en-LT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6" descr="Gears with solid fill">
            <a:extLst>
              <a:ext uri="{FF2B5EF4-FFF2-40B4-BE49-F238E27FC236}">
                <a16:creationId xmlns:a16="http://schemas.microsoft.com/office/drawing/2014/main" id="{A420769D-C5A6-74C1-11B8-9D1329DD2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42263" y="459058"/>
            <a:ext cx="3107474" cy="31074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CB5F465-DF0A-B25E-5911-D6BB6D986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8847" y="7368407"/>
            <a:ext cx="4174302" cy="165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97831"/>
      </p:ext>
    </p:extLst>
  </p:cSld>
  <p:clrMapOvr>
    <a:masterClrMapping/>
  </p:clrMapOvr>
  <p:transition spd="slow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AFD4C-C988-C0D0-23DF-F1A7623DF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9A95C33-DD2F-A135-B3C0-AB4148553C0C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D1EE0-2AE0-15D6-DE78-06AFABA9EDAF}"/>
              </a:ext>
            </a:extLst>
          </p:cNvPr>
          <p:cNvSpPr/>
          <p:nvPr/>
        </p:nvSpPr>
        <p:spPr>
          <a:xfrm>
            <a:off x="4402083" y="727138"/>
            <a:ext cx="338783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ACTIVIDADES PRINCIPALES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25E0B97-0D80-63A3-4B6A-B9D3F1228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350636"/>
              </p:ext>
            </p:extLst>
          </p:nvPr>
        </p:nvGraphicFramePr>
        <p:xfrm>
          <a:off x="192157" y="2124910"/>
          <a:ext cx="11807686" cy="4114256"/>
        </p:xfrm>
        <a:graphic>
          <a:graphicData uri="http://schemas.openxmlformats.org/drawingml/2006/table">
            <a:tbl>
              <a:tblPr/>
              <a:tblGrid>
                <a:gridCol w="1494845">
                  <a:extLst>
                    <a:ext uri="{9D8B030D-6E8A-4147-A177-3AD203B41FA5}">
                      <a16:colId xmlns:a16="http://schemas.microsoft.com/office/drawing/2014/main" val="346440376"/>
                    </a:ext>
                  </a:extLst>
                </a:gridCol>
                <a:gridCol w="7329955">
                  <a:extLst>
                    <a:ext uri="{9D8B030D-6E8A-4147-A177-3AD203B41FA5}">
                      <a16:colId xmlns:a16="http://schemas.microsoft.com/office/drawing/2014/main" val="3753169320"/>
                    </a:ext>
                  </a:extLst>
                </a:gridCol>
                <a:gridCol w="2982886">
                  <a:extLst>
                    <a:ext uri="{9D8B030D-6E8A-4147-A177-3AD203B41FA5}">
                      <a16:colId xmlns:a16="http://schemas.microsoft.com/office/drawing/2014/main" val="664810734"/>
                    </a:ext>
                  </a:extLst>
                </a:gridCol>
              </a:tblGrid>
              <a:tr h="4674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DIA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ACTIVIDAD DESTACADA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RESPONSABLE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765934"/>
                  </a:ext>
                </a:extLst>
              </a:tr>
              <a:tr h="3960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VIERNES 25/09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MANTENIMIENTO PREVENTIVO LTE_CMM_10 Y LTE_CMF_08.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TURNO A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986577"/>
                  </a:ext>
                </a:extLst>
              </a:tr>
              <a:tr h="38596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MEDICIÓN BATERIAS CARRO LTE_04 Y LTE_09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001132"/>
                  </a:ext>
                </a:extLst>
              </a:tr>
              <a:tr h="420506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DIFUSION DE INFORMES FLASH.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ASESOR HSE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/ TURNO A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802092"/>
                  </a:ext>
                </a:extLst>
              </a:tr>
              <a:tr h="390664"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SABADO 26/09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DIFUSION DE INFORMES FLASH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ASESOR HSE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44615"/>
                  </a:ext>
                </a:extLst>
              </a:tr>
              <a:tr h="39417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MANTENIMIENTO PREVENTIVO  LTE_CMF_08 Y LTE_CMM_11.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TURNO A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76044"/>
                  </a:ext>
                </a:extLst>
              </a:tr>
              <a:tr h="46051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MEDICION DE BATERIAS CARRO LTE_CMM_10, LTE_CMF_08, LTE_CMM_11 Y LTE_CMM_06.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035499"/>
                  </a:ext>
                </a:extLst>
              </a:tr>
              <a:tr h="3960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DOMINGO 27/09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MANTENIMIENTO PREVENTIVO LTE_CMF_02.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TURNO A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01279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MEDICION DE BATERIAS CARRO MMOO_01, LTE_CMM_02 Y LTE_CMM_03.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386224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DIFUSION DE INFORMES FLASH</a:t>
                      </a:r>
                    </a:p>
                  </a:txBody>
                  <a:tcPr marL="4763" marR="4763" marT="47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ASESOR HSE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71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076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3F92554E-C40A-2007-317A-47C954C1D5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" y="0"/>
            <a:ext cx="12191999" cy="7102591"/>
          </a:xfrm>
          <a:prstGeom prst="rect">
            <a:avLst/>
          </a:prstGeom>
        </p:spPr>
      </p:pic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" name="Vista general de sección 4">
                <a:extLst>
                  <a:ext uri="{FF2B5EF4-FFF2-40B4-BE49-F238E27FC236}">
                    <a16:creationId xmlns:a16="http://schemas.microsoft.com/office/drawing/2014/main" id="{934F1251-10FE-583B-FF57-06BB93E3EE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4372233"/>
                  </p:ext>
                </p:extLst>
              </p:nvPr>
            </p:nvGraphicFramePr>
            <p:xfrm>
              <a:off x="-2" y="2709572"/>
              <a:ext cx="4789229" cy="2693942"/>
            </p:xfrm>
            <a:graphic>
              <a:graphicData uri="http://schemas.microsoft.com/office/powerpoint/2016/sectionzoom">
                <psez:sectionZm>
                  <psez:sectionZmObj sectionId="{C0FC1212-70F8-499D-A5A1-1AECFA75D0F8}">
                    <psez:zmPr id="{7604BB74-DB37-4150-9748-47D6DD0FEED4}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89229" cy="269394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" name="Vista general de sección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34F1251-10FE-583B-FF57-06BB93E3EE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" y="2709572"/>
                <a:ext cx="4789229" cy="2693942"/>
              </a:xfrm>
              <a:prstGeom prst="rect">
                <a:avLst/>
              </a:prstGeom>
            </p:spPr>
          </p:pic>
        </mc:Fallback>
      </mc:AlternateContent>
      <p:cxnSp>
        <p:nvCxnSpPr>
          <p:cNvPr id="25" name="Straight Connector 12">
            <a:extLst>
              <a:ext uri="{FF2B5EF4-FFF2-40B4-BE49-F238E27FC236}">
                <a16:creationId xmlns:a16="http://schemas.microsoft.com/office/drawing/2014/main" id="{AB9AB427-BF60-6BCB-BA36-BF042B0F1D52}"/>
              </a:ext>
            </a:extLst>
          </p:cNvPr>
          <p:cNvCxnSpPr>
            <a:cxnSpLocks/>
          </p:cNvCxnSpPr>
          <p:nvPr/>
        </p:nvCxnSpPr>
        <p:spPr>
          <a:xfrm flipH="1">
            <a:off x="3343158" y="2082028"/>
            <a:ext cx="1369519" cy="1067669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98B39382-98E5-450E-4CE3-3E36CDFED78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8849" y="4941596"/>
            <a:ext cx="4174302" cy="1654152"/>
          </a:xfrm>
          <a:prstGeom prst="rect">
            <a:avLst/>
          </a:prstGeom>
        </p:spPr>
      </p:pic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" name="Vista general de sección 3">
                <a:extLst>
                  <a:ext uri="{FF2B5EF4-FFF2-40B4-BE49-F238E27FC236}">
                    <a16:creationId xmlns:a16="http://schemas.microsoft.com/office/drawing/2014/main" id="{09E407A8-0B73-476C-03ED-26F19FB8A46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5174010"/>
                  </p:ext>
                </p:extLst>
              </p:nvPr>
            </p:nvGraphicFramePr>
            <p:xfrm>
              <a:off x="3343158" y="-130687"/>
              <a:ext cx="4946487" cy="2782399"/>
            </p:xfrm>
            <a:graphic>
              <a:graphicData uri="http://schemas.microsoft.com/office/powerpoint/2016/sectionzoom">
                <psez:sectionZm>
                  <psez:sectionZmObj sectionId="{0EE20D05-537A-4B50-9B8A-AC4069C25E74}">
                    <psez:zmPr id="{FF16D085-ED85-4001-99EB-BBB81C11D58F}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946487" cy="278239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" name="Vista general de sección 3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09E407A8-0B73-476C-03ED-26F19FB8A4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43158" y="-130687"/>
                <a:ext cx="4946487" cy="2782399"/>
              </a:xfrm>
              <a:prstGeom prst="rect">
                <a:avLst/>
              </a:prstGeom>
            </p:spPr>
          </p:pic>
        </mc:Fallback>
      </mc:AlternateContent>
      <p:cxnSp>
        <p:nvCxnSpPr>
          <p:cNvPr id="30" name="Straight Connector 12">
            <a:extLst>
              <a:ext uri="{FF2B5EF4-FFF2-40B4-BE49-F238E27FC236}">
                <a16:creationId xmlns:a16="http://schemas.microsoft.com/office/drawing/2014/main" id="{473FA2A6-5150-F510-9A0E-A782B23C8F51}"/>
              </a:ext>
            </a:extLst>
          </p:cNvPr>
          <p:cNvCxnSpPr>
            <a:cxnSpLocks/>
          </p:cNvCxnSpPr>
          <p:nvPr/>
        </p:nvCxnSpPr>
        <p:spPr>
          <a:xfrm flipH="1" flipV="1">
            <a:off x="6979716" y="2020212"/>
            <a:ext cx="1772398" cy="1321041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Vista general de sección 7">
                <a:extLst>
                  <a:ext uri="{FF2B5EF4-FFF2-40B4-BE49-F238E27FC236}">
                    <a16:creationId xmlns:a16="http://schemas.microsoft.com/office/drawing/2014/main" id="{D57C0600-A180-3C83-A8BC-FD001720CAD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5331645"/>
                  </p:ext>
                </p:extLst>
              </p:nvPr>
            </p:nvGraphicFramePr>
            <p:xfrm>
              <a:off x="7441043" y="2736234"/>
              <a:ext cx="4789230" cy="2693942"/>
            </p:xfrm>
            <a:graphic>
              <a:graphicData uri="http://schemas.microsoft.com/office/powerpoint/2016/sectionzoom">
                <psez:sectionZm>
                  <psez:sectionZmObj sectionId="{663C72DC-B12D-4C31-88E5-BA5A135B2E35}">
                    <psez:zmPr id="{3A0BAC2D-99CD-4A86-BFBB-9CDEE29ADC1C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89230" cy="269394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Vista general de sección 7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D57C0600-A180-3C83-A8BC-FD001720CA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41043" y="2736234"/>
                <a:ext cx="4789230" cy="26939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778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3B6CF-21C3-C233-B852-29B309D4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9F89FE1-FF92-3B50-5F3C-E77027737E8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F8410A-B431-6B0C-A64E-B665715298A4}"/>
              </a:ext>
            </a:extLst>
          </p:cNvPr>
          <p:cNvSpPr/>
          <p:nvPr/>
        </p:nvSpPr>
        <p:spPr>
          <a:xfrm>
            <a:off x="2869582" y="3164976"/>
            <a:ext cx="64528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5400" b="1" spc="-150" noProof="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 </a:t>
            </a:r>
            <a:r>
              <a:rPr lang="es-CL" sz="4800" b="1" spc="-150" noProof="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REPORTABILIDAD GG</a:t>
            </a:r>
            <a:endParaRPr kumimoji="0" lang="en-LT" sz="48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aphic 6" descr="Torre de telecomunicaciones con relleno sólido">
            <a:extLst>
              <a:ext uri="{FF2B5EF4-FFF2-40B4-BE49-F238E27FC236}">
                <a16:creationId xmlns:a16="http://schemas.microsoft.com/office/drawing/2014/main" id="{6916E912-2F0E-887D-5040-4A0F19160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15944" y="823073"/>
            <a:ext cx="2360111" cy="236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14333"/>
      </p:ext>
    </p:extLst>
  </p:cSld>
  <p:clrMapOvr>
    <a:masterClrMapping/>
  </p:clrMapOvr>
  <p:transition spd="slow" advTm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F1646-6C8C-6D14-94AA-9CF34105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0715C06-2532-2D16-CA0E-DB2D1004266E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5B41E4-7D91-4746-DB56-0A3F4B2360FA}"/>
              </a:ext>
            </a:extLst>
          </p:cNvPr>
          <p:cNvSpPr/>
          <p:nvPr/>
        </p:nvSpPr>
        <p:spPr>
          <a:xfrm>
            <a:off x="4402083" y="507352"/>
            <a:ext cx="338783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RESUMEN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GENERAL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FD42C6F4-14EA-F656-64B5-DD55AEA6B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2911507"/>
              </p:ext>
            </p:extLst>
          </p:nvPr>
        </p:nvGraphicFramePr>
        <p:xfrm>
          <a:off x="1994686" y="1757594"/>
          <a:ext cx="7828044" cy="4971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173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06569-CC8E-115E-A4A5-7E2667E3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D2550A5-8C15-A13D-BC1F-B6671F4427CA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615DF9-C847-C8AE-C407-7EBA01E76F52}"/>
              </a:ext>
            </a:extLst>
          </p:cNvPr>
          <p:cNvSpPr/>
          <p:nvPr/>
        </p:nvSpPr>
        <p:spPr>
          <a:xfrm>
            <a:off x="4402083" y="286528"/>
            <a:ext cx="30733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6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RESUMEN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6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GENERAL</a:t>
            </a:r>
            <a:endParaRPr kumimoji="0" lang="en-LT" sz="36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061DD7F-4F8E-DBFD-6540-C76BAE0CB5BB}"/>
              </a:ext>
            </a:extLst>
          </p:cNvPr>
          <p:cNvSpPr/>
          <p:nvPr/>
        </p:nvSpPr>
        <p:spPr>
          <a:xfrm>
            <a:off x="766797" y="1539945"/>
            <a:ext cx="10658405" cy="5238717"/>
          </a:xfrm>
          <a:prstGeom prst="roundRect">
            <a:avLst>
              <a:gd name="adj" fmla="val 815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b="1" dirty="0"/>
              <a:t>Operación y mantenimiento LTE</a:t>
            </a:r>
            <a:endParaRPr lang="es-CL" b="1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EE132CD-81D2-1404-353D-6DF7EFBEF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131056"/>
              </p:ext>
            </p:extLst>
          </p:nvPr>
        </p:nvGraphicFramePr>
        <p:xfrm>
          <a:off x="1018808" y="2003324"/>
          <a:ext cx="10201642" cy="445719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1275206">
                  <a:extLst>
                    <a:ext uri="{9D8B030D-6E8A-4147-A177-3AD203B41FA5}">
                      <a16:colId xmlns:a16="http://schemas.microsoft.com/office/drawing/2014/main" val="2399935657"/>
                    </a:ext>
                  </a:extLst>
                </a:gridCol>
                <a:gridCol w="1640055">
                  <a:extLst>
                    <a:ext uri="{9D8B030D-6E8A-4147-A177-3AD203B41FA5}">
                      <a16:colId xmlns:a16="http://schemas.microsoft.com/office/drawing/2014/main" val="73151839"/>
                    </a:ext>
                  </a:extLst>
                </a:gridCol>
                <a:gridCol w="910354">
                  <a:extLst>
                    <a:ext uri="{9D8B030D-6E8A-4147-A177-3AD203B41FA5}">
                      <a16:colId xmlns:a16="http://schemas.microsoft.com/office/drawing/2014/main" val="3213357232"/>
                    </a:ext>
                  </a:extLst>
                </a:gridCol>
                <a:gridCol w="1209157">
                  <a:extLst>
                    <a:ext uri="{9D8B030D-6E8A-4147-A177-3AD203B41FA5}">
                      <a16:colId xmlns:a16="http://schemas.microsoft.com/office/drawing/2014/main" val="1293540592"/>
                    </a:ext>
                  </a:extLst>
                </a:gridCol>
                <a:gridCol w="1341252">
                  <a:extLst>
                    <a:ext uri="{9D8B030D-6E8A-4147-A177-3AD203B41FA5}">
                      <a16:colId xmlns:a16="http://schemas.microsoft.com/office/drawing/2014/main" val="3071030231"/>
                    </a:ext>
                  </a:extLst>
                </a:gridCol>
                <a:gridCol w="1275206">
                  <a:extLst>
                    <a:ext uri="{9D8B030D-6E8A-4147-A177-3AD203B41FA5}">
                      <a16:colId xmlns:a16="http://schemas.microsoft.com/office/drawing/2014/main" val="2473176598"/>
                    </a:ext>
                  </a:extLst>
                </a:gridCol>
                <a:gridCol w="1275206">
                  <a:extLst>
                    <a:ext uri="{9D8B030D-6E8A-4147-A177-3AD203B41FA5}">
                      <a16:colId xmlns:a16="http://schemas.microsoft.com/office/drawing/2014/main" val="541171487"/>
                    </a:ext>
                  </a:extLst>
                </a:gridCol>
                <a:gridCol w="1275206">
                  <a:extLst>
                    <a:ext uri="{9D8B030D-6E8A-4147-A177-3AD203B41FA5}">
                      <a16:colId xmlns:a16="http://schemas.microsoft.com/office/drawing/2014/main" val="2471038756"/>
                    </a:ext>
                  </a:extLst>
                </a:gridCol>
              </a:tblGrid>
              <a:tr h="5460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Sitio</a:t>
                      </a:r>
                    </a:p>
                  </a:txBody>
                  <a:tcPr marL="7620" marR="7620" marT="762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Nombre del Equipo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Último Mantenimiento (hrs)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Fecha Último Mantenimiento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Próximo Mantenimiento (hrs)250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Dias de mantenimiento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Fecha Estimada Próximo Mantenimiento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31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Horas Registradas al 28 09 -2026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3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84437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O&amp;M_LTE_CMM_03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cerro pepa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4872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23-sep-26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5122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22-mar-27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4912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113810"/>
                  </a:ext>
                </a:extLst>
              </a:tr>
              <a:tr h="3245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O&amp;M_LTE_CMF_09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Cerro La Ballena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4983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24-sep-26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5233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23-mar-27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5009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118121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O&amp;M_MMOO 01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Chancado Primario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228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27-ago-25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478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23-feb-26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372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60279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O&amp;M_LTE_CMF_04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Cerro Antenas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4636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27-ago-26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4886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23-feb-27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4852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112784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O&amp;M_LTE_CMM_06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Mirador Fase 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4406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31-ago-26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4656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27-feb-27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4584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742231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O&amp;M_LTE_CMM_10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Cerro Pisquero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4382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02-sep-26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4632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01-mar-27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4532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179808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O&amp;M_LTE_CMF_02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Truck shop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2954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28-ago-26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3204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210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26-mar-27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3080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302372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O&amp;M_LTE_CMF_08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Ex Garita Rajo Inca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3080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29-ago-26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3330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25-feb-27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3201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870797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O&amp;M_LTE_CMM_05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EX Barrio Cívico 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3151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03-sep-26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3401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02-mar-27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3211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978875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O&amp;M_LTE_CMF_01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Bloquera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3829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07-sep-26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4079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06-mar-27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3951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927317"/>
                  </a:ext>
                </a:extLst>
              </a:tr>
              <a:tr h="3142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O&amp;M_LTE_CMM_11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ex ventiladores.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1208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02-sep-26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1458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01-mar-27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1263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612112"/>
                  </a:ext>
                </a:extLst>
              </a:tr>
              <a:tr h="2419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O&amp;M_LTE_CMM_07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Campamento Antiguo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2525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26-ago-26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2775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210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 dirty="0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24-mar-27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2554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133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659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EF15A-FC7C-CDD3-67A8-2B84B781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C7BAB28-33C7-4AAA-82B0-71C51F79B401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FF7AE-69A0-79D6-6BB9-861C9FB9F5DE}"/>
              </a:ext>
            </a:extLst>
          </p:cNvPr>
          <p:cNvSpPr/>
          <p:nvPr/>
        </p:nvSpPr>
        <p:spPr>
          <a:xfrm>
            <a:off x="2947643" y="3389971"/>
            <a:ext cx="62967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ESTADO GENERAL DE RED LTE</a:t>
            </a:r>
            <a:endParaRPr kumimoji="0" lang="en-LT" sz="48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aphic 6" descr="Proteger con relleno sólido">
            <a:extLst>
              <a:ext uri="{FF2B5EF4-FFF2-40B4-BE49-F238E27FC236}">
                <a16:creationId xmlns:a16="http://schemas.microsoft.com/office/drawing/2014/main" id="{6141FDEA-7943-7B90-D8DF-0906FD4252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15944" y="823073"/>
            <a:ext cx="2360111" cy="2360111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BF37DC0-0931-5CA3-E723-3FDCB70B26E7}"/>
              </a:ext>
            </a:extLst>
          </p:cNvPr>
          <p:cNvGraphicFramePr/>
          <p:nvPr/>
        </p:nvGraphicFramePr>
        <p:xfrm>
          <a:off x="12582295" y="2457538"/>
          <a:ext cx="5999638" cy="2854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7311276"/>
      </p:ext>
    </p:extLst>
  </p:cSld>
  <p:clrMapOvr>
    <a:masterClrMapping/>
  </p:clrMapOvr>
  <p:transition spd="slow"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11E92-627B-1E20-7C3C-E4242A402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6829057-2199-257E-E53F-FABDA4614DD2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ACB66-A90F-1E96-E7BB-B55AA58CC7A4}"/>
              </a:ext>
            </a:extLst>
          </p:cNvPr>
          <p:cNvSpPr/>
          <p:nvPr/>
        </p:nvSpPr>
        <p:spPr>
          <a:xfrm>
            <a:off x="4402083" y="601088"/>
            <a:ext cx="338783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ACTIVIDADES PRINCIPALES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124F2378-95F0-D5D7-7980-204B58052C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691054"/>
              </p:ext>
            </p:extLst>
          </p:nvPr>
        </p:nvGraphicFramePr>
        <p:xfrm>
          <a:off x="4936767" y="1938051"/>
          <a:ext cx="7054127" cy="4162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4BE64613-7AC6-3A27-D0F4-F20A7AFD84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7844" r="17844"/>
          <a:stretch/>
        </p:blipFill>
        <p:spPr>
          <a:xfrm>
            <a:off x="1255593" y="1924527"/>
            <a:ext cx="3504796" cy="40873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98398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ADAE7-A0A8-5BAF-8269-A5291670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84B5CCC-8F94-FA69-CA0C-EEA4A0139305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6600D-04CD-20B9-2BCE-09354D446E3E}"/>
              </a:ext>
            </a:extLst>
          </p:cNvPr>
          <p:cNvSpPr/>
          <p:nvPr/>
        </p:nvSpPr>
        <p:spPr>
          <a:xfrm>
            <a:off x="2947643" y="3389971"/>
            <a:ext cx="62967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 Y SEGURIDAD</a:t>
            </a:r>
            <a:endParaRPr kumimoji="0" lang="en-LT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608DB805-6DE5-6C3D-CCF5-74B181093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15944" y="823073"/>
            <a:ext cx="2360111" cy="2360111"/>
          </a:xfrm>
          <a:prstGeom prst="rect">
            <a:avLst/>
          </a:prstGeom>
        </p:spPr>
      </p:pic>
      <p:pic>
        <p:nvPicPr>
          <p:cNvPr id="10" name="Imagen 9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C6E6093C-395F-A843-BF3F-93EE53F51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153" y="-1533728"/>
            <a:ext cx="1390747" cy="1390747"/>
          </a:xfrm>
          <a:prstGeom prst="rect">
            <a:avLst/>
          </a:prstGeom>
        </p:spPr>
      </p:pic>
      <p:graphicFrame>
        <p:nvGraphicFramePr>
          <p:cNvPr id="16" name="Diagrama 15">
            <a:extLst>
              <a:ext uri="{FF2B5EF4-FFF2-40B4-BE49-F238E27FC236}">
                <a16:creationId xmlns:a16="http://schemas.microsoft.com/office/drawing/2014/main" id="{253F5D81-A7FE-E035-A2D6-BDED37DFCA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7025109"/>
              </p:ext>
            </p:extLst>
          </p:nvPr>
        </p:nvGraphicFramePr>
        <p:xfrm>
          <a:off x="3546539" y="7596306"/>
          <a:ext cx="5998442" cy="4343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95405576"/>
      </p:ext>
    </p:extLst>
  </p:cSld>
  <p:clrMapOvr>
    <a:masterClrMapping/>
  </p:clrMapOvr>
  <p:transition spd="slow" advTm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91F92-C89B-AF1A-5A3E-F51644D16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EE13CAB-D69E-0217-B895-EF86C1DD252D}"/>
              </a:ext>
            </a:extLst>
          </p:cNvPr>
          <p:cNvSpPr/>
          <p:nvPr/>
        </p:nvSpPr>
        <p:spPr>
          <a:xfrm>
            <a:off x="2938305" y="274019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6EB26B-0C7C-78BA-CDB2-E59912F12CBC}"/>
              </a:ext>
            </a:extLst>
          </p:cNvPr>
          <p:cNvSpPr/>
          <p:nvPr/>
        </p:nvSpPr>
        <p:spPr>
          <a:xfrm>
            <a:off x="3402976" y="679149"/>
            <a:ext cx="552349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 Y SEGURIDAD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6" name="Imagen 5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6626702A-8549-DC59-C044-EB2C49F2A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153" y="561772"/>
            <a:ext cx="1390747" cy="13907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66D9A7E-705B-47A2-1792-52E363829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t="28745" b="28745"/>
          <a:stretch/>
        </p:blipFill>
        <p:spPr>
          <a:xfrm>
            <a:off x="8957296" y="131143"/>
            <a:ext cx="3118949" cy="17678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A95EE39-3B32-C35A-B06C-17F7596AB9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6834" b="26834"/>
          <a:stretch/>
        </p:blipFill>
        <p:spPr>
          <a:xfrm flipH="1">
            <a:off x="207389" y="211921"/>
            <a:ext cx="3197165" cy="19750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Difusion card - VIERNES 22/05"/>
          <p:cNvSpPr/>
          <p:nvPr/>
        </p:nvSpPr>
        <p:spPr>
          <a:xfrm>
            <a:off x="2468880" y="2103120"/>
            <a:ext cx="3547872" cy="1600200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36576" rtlCol="0" anchor="t"/>
          <a:lstStyle/>
          <a:p>
            <a:pPr algn="l"/>
            <a:r>
              <a:rPr sz="1080" b="1" dirty="0">
                <a:solidFill>
                  <a:srgbClr val="FFFFFF"/>
                </a:solidFill>
                <a:latin typeface="Arial"/>
              </a:rPr>
              <a:t>VIERNES </a:t>
            </a:r>
            <a:r>
              <a:rPr lang="es-CL" sz="1080" b="1" dirty="0">
                <a:solidFill>
                  <a:srgbClr val="FFFFFF"/>
                </a:solidFill>
                <a:latin typeface="Arial"/>
              </a:rPr>
              <a:t>25/09</a:t>
            </a:r>
          </a:p>
          <a:p>
            <a:pPr algn="l"/>
            <a:endParaRPr lang="es-CL" sz="1200" b="1" dirty="0">
              <a:solidFill>
                <a:srgbClr val="FFFFFF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Registro Difusión ficha de aprendizaje N°6.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Registro Difusión ficha de aprendizaje N°7.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Registro Difusión inducción sustentabilidad Rajo Inca.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FFFFFF"/>
                </a:solidFill>
                <a:latin typeface="Arial"/>
              </a:rPr>
              <a:t>Difusión Matriz Ambiental y de identificación de aspectos legales y sus riesgos asociados.</a:t>
            </a:r>
          </a:p>
        </p:txBody>
      </p:sp>
      <p:sp>
        <p:nvSpPr>
          <p:cNvPr id="9" name="Difusion card - SÁBADO 23/05"/>
          <p:cNvSpPr/>
          <p:nvPr/>
        </p:nvSpPr>
        <p:spPr>
          <a:xfrm>
            <a:off x="6355080" y="2103120"/>
            <a:ext cx="3547872" cy="1600200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36576" rtlCol="0" anchor="t"/>
          <a:lstStyle/>
          <a:p>
            <a:pPr algn="l"/>
            <a:r>
              <a:rPr sz="1080" b="1" dirty="0">
                <a:solidFill>
                  <a:srgbClr val="FFFFFF"/>
                </a:solidFill>
                <a:latin typeface="Arial"/>
              </a:rPr>
              <a:t>SÁBADO </a:t>
            </a:r>
            <a:r>
              <a:rPr lang="es-CL" sz="1080" b="1" dirty="0">
                <a:solidFill>
                  <a:srgbClr val="FFFFFF"/>
                </a:solidFill>
                <a:latin typeface="Arial"/>
              </a:rPr>
              <a:t>26/09</a:t>
            </a:r>
          </a:p>
          <a:p>
            <a:pPr marL="171450" indent="-171450" algn="l"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900" b="1" dirty="0">
              <a:solidFill>
                <a:srgbClr val="FFFFFF"/>
              </a:solidFill>
              <a:latin typeface="Arial"/>
            </a:endParaRPr>
          </a:p>
          <a:p>
            <a:pPr marL="171450" indent="-171450" algn="l">
              <a:spcBef>
                <a:spcPts val="1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FFFFFF"/>
                </a:solidFill>
                <a:latin typeface="Arial"/>
              </a:rPr>
              <a:t>Registro Difusión Incidente Operacional DSAL.</a:t>
            </a:r>
          </a:p>
          <a:p>
            <a:pPr marL="1714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rgbClr val="FFFFFF"/>
                </a:solidFill>
                <a:latin typeface="Arial"/>
              </a:rPr>
              <a:t>Reunión turno fin de semana</a:t>
            </a:r>
          </a:p>
        </p:txBody>
      </p:sp>
      <p:sp>
        <p:nvSpPr>
          <p:cNvPr id="10" name="Difusion card - DOMINGO 24/05"/>
          <p:cNvSpPr/>
          <p:nvPr/>
        </p:nvSpPr>
        <p:spPr>
          <a:xfrm>
            <a:off x="2468880" y="4160520"/>
            <a:ext cx="3547872" cy="1737360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36576" rtlCol="0" anchor="t"/>
          <a:lstStyle/>
          <a:p>
            <a:pPr algn="l"/>
            <a:r>
              <a:rPr sz="1080" b="1" dirty="0">
                <a:solidFill>
                  <a:srgbClr val="FFFFFF"/>
                </a:solidFill>
                <a:latin typeface="Arial"/>
              </a:rPr>
              <a:t>DOMINGO </a:t>
            </a:r>
            <a:r>
              <a:rPr lang="es-CL" sz="1080" b="1" dirty="0">
                <a:solidFill>
                  <a:srgbClr val="FFFFFF"/>
                </a:solidFill>
                <a:latin typeface="Arial"/>
              </a:rPr>
              <a:t>27/09</a:t>
            </a:r>
          </a:p>
          <a:p>
            <a:pPr algn="l"/>
            <a:endParaRPr lang="es-CL" sz="1200" b="1" dirty="0">
              <a:solidFill>
                <a:srgbClr val="FFFFFF"/>
              </a:solidFill>
              <a:latin typeface="Arial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rgbClr val="FFFFFF"/>
                </a:solidFill>
                <a:latin typeface="Arial"/>
              </a:rPr>
              <a:t>Registro difusión Campaña de Seguridad Vial "Previene el Encandilamiento“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rgbClr val="FFFFFF"/>
                </a:solidFill>
                <a:latin typeface="Arial"/>
              </a:rPr>
              <a:t>Registro de Difusión </a:t>
            </a:r>
            <a:r>
              <a:rPr lang="es-ES" sz="1200" b="1" dirty="0" err="1">
                <a:solidFill>
                  <a:srgbClr val="FFFFFF"/>
                </a:solidFill>
                <a:latin typeface="Arial"/>
              </a:rPr>
              <a:t>Difusión</a:t>
            </a:r>
            <a:r>
              <a:rPr lang="es-ES" sz="1200" b="1" dirty="0">
                <a:solidFill>
                  <a:srgbClr val="FFFFFF"/>
                </a:solidFill>
                <a:latin typeface="Arial"/>
              </a:rPr>
              <a:t> Gestión de Cambio Ingreso a Fase 2, Fase 3, y circuitos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rgbClr val="FFFFFF"/>
                </a:solidFill>
                <a:latin typeface="Arial"/>
              </a:rPr>
              <a:t>Reunión Cierre turno Fin de Semana</a:t>
            </a:r>
            <a:endParaRPr lang="es-CL"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Difusion card - CONTROLES"/>
          <p:cNvSpPr/>
          <p:nvPr/>
        </p:nvSpPr>
        <p:spPr>
          <a:xfrm>
            <a:off x="6355080" y="4160520"/>
            <a:ext cx="3547872" cy="1737360"/>
          </a:xfrm>
          <a:prstGeom prst="roundRect">
            <a:avLst>
              <a:gd name="adj" fmla="val 6000"/>
            </a:avLst>
          </a:prstGeom>
          <a:solidFill>
            <a:srgbClr val="0F4674"/>
          </a:solidFill>
          <a:ln>
            <a:solidFill>
              <a:srgbClr val="0F4674"/>
            </a:solidFill>
          </a:ln>
          <a:effectLst>
            <a:outerShdw blurRad="63500" dist="25400" dir="5400000" algn="ctr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64008" rIns="54864" bIns="36576" rtlCol="0" anchor="t"/>
          <a:lstStyle/>
          <a:p>
            <a:r>
              <a:rPr lang="es-CL" sz="1080" b="1" dirty="0">
                <a:solidFill>
                  <a:srgbClr val="FFFFFF"/>
                </a:solidFill>
                <a:latin typeface="Arial"/>
              </a:rPr>
              <a:t>CONTROLES TRANSVERSALES</a:t>
            </a:r>
          </a:p>
          <a:p>
            <a:endParaRPr lang="es-CL" sz="1100" b="1" dirty="0">
              <a:solidFill>
                <a:srgbClr val="FFFFFF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rgbClr val="FFFFFF"/>
                </a:solidFill>
                <a:latin typeface="Arial"/>
              </a:rPr>
              <a:t>Charla inicio de turno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rgbClr val="FFFFFF"/>
                </a:solidFill>
                <a:latin typeface="Arial"/>
              </a:rPr>
              <a:t>Check </a:t>
            </a:r>
            <a:r>
              <a:rPr lang="es-CL" sz="1100" b="1" dirty="0" err="1">
                <a:solidFill>
                  <a:srgbClr val="FFFFFF"/>
                </a:solidFill>
                <a:latin typeface="Arial"/>
              </a:rPr>
              <a:t>list</a:t>
            </a:r>
            <a:r>
              <a:rPr lang="es-CL" sz="1100" b="1" dirty="0">
                <a:solidFill>
                  <a:srgbClr val="FFFFFF"/>
                </a:solidFill>
                <a:latin typeface="Arial"/>
              </a:rPr>
              <a:t> vehículo liviano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rgbClr val="FFFFFF"/>
                </a:solidFill>
                <a:latin typeface="Arial"/>
              </a:rPr>
              <a:t>Fatiga y somnolencia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rgbClr val="FFFFFF"/>
                </a:solidFill>
                <a:latin typeface="Arial"/>
              </a:rPr>
              <a:t>Protección solar, hidratación, ART y test alcohol/drogas</a:t>
            </a:r>
          </a:p>
        </p:txBody>
      </p:sp>
    </p:spTree>
    <p:extLst>
      <p:ext uri="{BB962C8B-B14F-4D97-AF65-F5344CB8AC3E}">
        <p14:creationId xmlns:p14="http://schemas.microsoft.com/office/powerpoint/2010/main" val="4060504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869579" y="3221785"/>
            <a:ext cx="645284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54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3. OBSERVACIONES Y MEJORAS</a:t>
            </a:r>
            <a:endParaRPr kumimoji="0" lang="en-LT" sz="54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áfico 4" descr="Torre de telecomunicaciones con relleno sólido">
            <a:extLst>
              <a:ext uri="{FF2B5EF4-FFF2-40B4-BE49-F238E27FC236}">
                <a16:creationId xmlns:a16="http://schemas.microsoft.com/office/drawing/2014/main" id="{174A8226-EED6-7B29-78AB-4AC473DB7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2809" y="1028524"/>
            <a:ext cx="2206381" cy="22063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1077528-0AFB-8B95-21E9-4DAED276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5630051" y="1217111"/>
            <a:ext cx="4540560" cy="34054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80125890-C20C-6C30-3717-857024C3F1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3342473"/>
              </p:ext>
            </p:extLst>
          </p:nvPr>
        </p:nvGraphicFramePr>
        <p:xfrm>
          <a:off x="13281489" y="2001925"/>
          <a:ext cx="5999638" cy="2854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41998466"/>
      </p:ext>
    </p:extLst>
  </p:cSld>
  <p:clrMapOvr>
    <a:masterClrMapping/>
  </p:clrMapOvr>
  <p:transition spd="slow" advTm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62091-8B9D-EC99-A853-6494D5CC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E2B3F9D-64C8-479C-F9FE-F1644BAFFC4B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BDF9F2-66EB-1F77-5083-4CB3EEE4E933}"/>
              </a:ext>
            </a:extLst>
          </p:cNvPr>
          <p:cNvSpPr/>
          <p:nvPr/>
        </p:nvSpPr>
        <p:spPr>
          <a:xfrm>
            <a:off x="3286262" y="868030"/>
            <a:ext cx="56194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OBSERVACIONES 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MEJORAS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2AA6E1-6D85-DCD9-A5C4-8EC2C5894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t="1382" b="1382"/>
          <a:stretch/>
        </p:blipFill>
        <p:spPr>
          <a:xfrm>
            <a:off x="976985" y="2586833"/>
            <a:ext cx="4247460" cy="30975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82763CA-DF2B-B4E7-B081-C6CFAF45DB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673031"/>
              </p:ext>
            </p:extLst>
          </p:nvPr>
        </p:nvGraphicFramePr>
        <p:xfrm>
          <a:off x="4479727" y="2399460"/>
          <a:ext cx="7270995" cy="3650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775961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47BB0-6EDF-1BC6-D258-1122D72B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903BFCE-85F3-E91D-4342-532D8EE65AC7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09ABC-CFD9-E080-6807-EFDD0FE5A4DA}"/>
              </a:ext>
            </a:extLst>
          </p:cNvPr>
          <p:cNvSpPr/>
          <p:nvPr/>
        </p:nvSpPr>
        <p:spPr>
          <a:xfrm>
            <a:off x="2947643" y="3389971"/>
            <a:ext cx="629671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88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4.CPE</a:t>
            </a:r>
            <a:endParaRPr kumimoji="0" lang="en-LT" sz="88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4" descr="Camión monstruo con relleno sólido">
            <a:extLst>
              <a:ext uri="{FF2B5EF4-FFF2-40B4-BE49-F238E27FC236}">
                <a16:creationId xmlns:a16="http://schemas.microsoft.com/office/drawing/2014/main" id="{40F84E01-C33D-A529-0070-197170C9F5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843346" y="1055822"/>
            <a:ext cx="2505308" cy="2505308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1867767"/>
      </p:ext>
    </p:extLst>
  </p:cSld>
  <p:clrMapOvr>
    <a:masterClrMapping/>
  </p:clrMapOvr>
  <p:transition spd="slow" advTm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2F80B-C14F-AD38-3282-768EE046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10CD3A7-BDCA-CDEA-4905-BA4E5FFD68D3}"/>
              </a:ext>
            </a:extLst>
          </p:cNvPr>
          <p:cNvSpPr/>
          <p:nvPr/>
        </p:nvSpPr>
        <p:spPr>
          <a:xfrm>
            <a:off x="2929602" y="202581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BA53A-B694-98DB-E18F-497E26AD0CA2}"/>
              </a:ext>
            </a:extLst>
          </p:cNvPr>
          <p:cNvSpPr/>
          <p:nvPr/>
        </p:nvSpPr>
        <p:spPr>
          <a:xfrm>
            <a:off x="3311611" y="550516"/>
            <a:ext cx="55234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72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CPE</a:t>
            </a:r>
            <a:endParaRPr kumimoji="0" lang="en-LT" sz="72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6640E59-B60F-18D0-0558-C8441C22D2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" t="35588" r="30692"/>
          <a:stretch>
            <a:fillRect/>
          </a:stretch>
        </p:blipFill>
        <p:spPr>
          <a:xfrm>
            <a:off x="103695" y="132036"/>
            <a:ext cx="3290579" cy="17324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5B70ABD-0BB7-5F9C-5316-709A5AF334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9060" y="1673573"/>
            <a:ext cx="3545550" cy="19943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E6E2C64-1CC2-8999-D975-694F6EEDBD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3695" y="3918105"/>
            <a:ext cx="3533770" cy="19943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0C603AB-355D-047B-7487-B9EB9212D7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5399881"/>
              </p:ext>
            </p:extLst>
          </p:nvPr>
        </p:nvGraphicFramePr>
        <p:xfrm>
          <a:off x="2998226" y="2022929"/>
          <a:ext cx="5924599" cy="3695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29816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1"/>
            <a:ext cx="62967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5.CONCLUSIÓN</a:t>
            </a:r>
            <a:endParaRPr kumimoji="0" lang="en-LT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4" descr="Bar graph with upward trend with solid fill">
            <a:extLst>
              <a:ext uri="{FF2B5EF4-FFF2-40B4-BE49-F238E27FC236}">
                <a16:creationId xmlns:a16="http://schemas.microsoft.com/office/drawing/2014/main" id="{D06CA14A-1988-B749-953E-210BAD5FF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829" y="708032"/>
            <a:ext cx="2505308" cy="2505308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AF2C96F-6EAE-669A-B81E-9BDF9CF54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8250885"/>
              </p:ext>
            </p:extLst>
          </p:nvPr>
        </p:nvGraphicFramePr>
        <p:xfrm>
          <a:off x="13257210" y="2299695"/>
          <a:ext cx="5999638" cy="2854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4019B016-ECEE-2EA6-6D98-05893FA79B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-6101461" y="1318257"/>
            <a:ext cx="5693826" cy="61747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1936434"/>
      </p:ext>
    </p:extLst>
  </p:cSld>
  <p:clrMapOvr>
    <a:masterClrMapping/>
  </p:clrMapOvr>
  <p:transition spd="slow" advTm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B3FD9-C111-ECF5-3322-C9CF6CC3C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EFCC061-AEFD-EAE6-91DC-932A551350E0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EEC291-B7F1-7275-FC41-0279F30E3FF4}"/>
              </a:ext>
            </a:extLst>
          </p:cNvPr>
          <p:cNvSpPr/>
          <p:nvPr/>
        </p:nvSpPr>
        <p:spPr>
          <a:xfrm>
            <a:off x="4069120" y="766567"/>
            <a:ext cx="405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CONCLUSIONES</a:t>
            </a:r>
            <a:endParaRPr kumimoji="0" lang="en-LT" sz="4000" b="1" i="0" u="none" strike="noStrike" kern="1200" cap="none" spc="-15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F9582C8-E2E9-EAC3-B735-2B867AD57D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39293" y="1974327"/>
            <a:ext cx="6452839" cy="69978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D8A77911-EB05-CBAB-3117-2B9BE0BB7E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4886802"/>
              </p:ext>
            </p:extLst>
          </p:nvPr>
        </p:nvGraphicFramePr>
        <p:xfrm>
          <a:off x="4424501" y="1768786"/>
          <a:ext cx="7396758" cy="3922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93713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9564D77-0573-4C8B-B550-99A49E126169}"/>
              </a:ext>
            </a:extLst>
          </p:cNvPr>
          <p:cNvSpPr txBox="1"/>
          <p:nvPr/>
        </p:nvSpPr>
        <p:spPr>
          <a:xfrm>
            <a:off x="3258900" y="2781401"/>
            <a:ext cx="31775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MINERÍA 4.0</a:t>
            </a:r>
            <a:endParaRPr lang="es-ES_tradnl" sz="3000" b="1" dirty="0">
              <a:solidFill>
                <a:schemeClr val="bg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-1" y="4449159"/>
            <a:ext cx="6436427" cy="1517179"/>
          </a:xfrm>
          <a:prstGeom prst="rect">
            <a:avLst/>
          </a:prstGeom>
          <a:solidFill>
            <a:srgbClr val="2F377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E2D34D79-96DA-4669-BC0E-14A2030F5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213" y="4449161"/>
            <a:ext cx="5908213" cy="151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ts val="3840"/>
              </a:lnSpc>
            </a:pPr>
            <a:r>
              <a:rPr lang="es-MX" altLang="es-CL" sz="3200" b="1" dirty="0">
                <a:latin typeface="Trebuchet MS" charset="0"/>
                <a:ea typeface="Trebuchet MS" charset="0"/>
                <a:cs typeface="Trebuchet MS" charset="0"/>
              </a:rPr>
              <a:t>MEJORAMIENTO CONTINUO </a:t>
            </a:r>
          </a:p>
          <a:p>
            <a:pPr algn="l">
              <a:lnSpc>
                <a:spcPts val="3840"/>
              </a:lnSpc>
            </a:pPr>
            <a:r>
              <a:rPr lang="es-MX" altLang="es-CL" sz="3200" b="1" dirty="0">
                <a:latin typeface="Trebuchet MS" charset="0"/>
                <a:ea typeface="Trebuchet MS" charset="0"/>
                <a:cs typeface="Trebuchet MS" charset="0"/>
              </a:rPr>
              <a:t>PRACTICAS OPERACIONALES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73BFEA7-CC62-1142-BB29-C61AF27247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45" y="305659"/>
            <a:ext cx="5821555" cy="230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3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3394780" y="3532924"/>
            <a:ext cx="5402441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0" marR="0" lvl="0" indent="-11430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CL" sz="65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RESUMEN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CL" sz="65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GENERAL</a:t>
            </a:r>
            <a:endParaRPr kumimoji="0" lang="en-LT" sz="65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3169A18E-29C1-B14B-9DAC-9A1603958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0683" y="782444"/>
            <a:ext cx="2750634" cy="2750634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16F1666-41DE-C792-FE95-0F10629B1C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4657992"/>
              </p:ext>
            </p:extLst>
          </p:nvPr>
        </p:nvGraphicFramePr>
        <p:xfrm>
          <a:off x="13419097" y="1429393"/>
          <a:ext cx="5171069" cy="3765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B57CB778-3EDC-F323-CEC9-1702B6C3C27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867" b="4867"/>
          <a:stretch/>
        </p:blipFill>
        <p:spPr>
          <a:xfrm>
            <a:off x="-4085045" y="427671"/>
            <a:ext cx="2984686" cy="59870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7523264"/>
      </p:ext>
    </p:extLst>
  </p:cSld>
  <p:clrMapOvr>
    <a:masterClrMapping/>
  </p:clrMapOvr>
  <p:transition spd="slow" advTm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LT" sz="8000" b="1" spc="-150">
              <a:latin typeface="Raleway" panose="020B05030301010600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1"/>
            <a:ext cx="62967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6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2. ACTIVIDADES PRINCIPALES</a:t>
            </a:r>
            <a:endParaRPr kumimoji="0" lang="en-LT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6" descr="Gears with solid fill">
            <a:extLst>
              <a:ext uri="{FF2B5EF4-FFF2-40B4-BE49-F238E27FC236}">
                <a16:creationId xmlns:a16="http://schemas.microsoft.com/office/drawing/2014/main" id="{A420769D-C5A6-74C1-11B8-9D1329DD2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42263" y="459058"/>
            <a:ext cx="3107474" cy="31074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CB5F465-DF0A-B25E-5911-D6BB6D986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8847" y="7368407"/>
            <a:ext cx="4174302" cy="165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97831"/>
      </p:ext>
    </p:extLst>
  </p:cSld>
  <p:clrMapOvr>
    <a:masterClrMapping/>
  </p:clrMapOvr>
  <p:transition spd="slow" advTm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3B6CF-21C3-C233-B852-29B309D4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9F89FE1-FF92-3B50-5F3C-E77027737E8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F8410A-B431-6B0C-A64E-B665715298A4}"/>
              </a:ext>
            </a:extLst>
          </p:cNvPr>
          <p:cNvSpPr/>
          <p:nvPr/>
        </p:nvSpPr>
        <p:spPr>
          <a:xfrm>
            <a:off x="2869582" y="3164976"/>
            <a:ext cx="64528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5400" b="1" spc="-150" noProof="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 </a:t>
            </a:r>
            <a:r>
              <a:rPr lang="es-CL" sz="4800" b="1" spc="-150" noProof="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REPORTABILIDAD GG</a:t>
            </a:r>
            <a:endParaRPr kumimoji="0" lang="en-LT" sz="48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aphic 6" descr="Torre de telecomunicaciones con relleno sólido">
            <a:extLst>
              <a:ext uri="{FF2B5EF4-FFF2-40B4-BE49-F238E27FC236}">
                <a16:creationId xmlns:a16="http://schemas.microsoft.com/office/drawing/2014/main" id="{6916E912-2F0E-887D-5040-4A0F19160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15944" y="823073"/>
            <a:ext cx="2360111" cy="236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14333"/>
      </p:ext>
    </p:extLst>
  </p:cSld>
  <p:clrMapOvr>
    <a:masterClrMapping/>
  </p:clrMapOvr>
  <p:transition spd="slow" advTm="0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EF15A-FC7C-CDD3-67A8-2B84B781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C7BAB28-33C7-4AAA-82B0-71C51F79B401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FF7AE-69A0-79D6-6BB9-861C9FB9F5DE}"/>
              </a:ext>
            </a:extLst>
          </p:cNvPr>
          <p:cNvSpPr/>
          <p:nvPr/>
        </p:nvSpPr>
        <p:spPr>
          <a:xfrm>
            <a:off x="2947643" y="3389971"/>
            <a:ext cx="62967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ESTADO GENERAL DE RED LTE</a:t>
            </a:r>
            <a:endParaRPr kumimoji="0" lang="en-LT" sz="48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aphic 6" descr="Proteger con relleno sólido">
            <a:extLst>
              <a:ext uri="{FF2B5EF4-FFF2-40B4-BE49-F238E27FC236}">
                <a16:creationId xmlns:a16="http://schemas.microsoft.com/office/drawing/2014/main" id="{6141FDEA-7943-7B90-D8DF-0906FD4252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15944" y="823073"/>
            <a:ext cx="2360111" cy="2360111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BF37DC0-0931-5CA3-E723-3FDCB70B26E7}"/>
              </a:ext>
            </a:extLst>
          </p:cNvPr>
          <p:cNvGraphicFramePr/>
          <p:nvPr/>
        </p:nvGraphicFramePr>
        <p:xfrm>
          <a:off x="12582295" y="2457538"/>
          <a:ext cx="5999638" cy="2854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7311276"/>
      </p:ext>
    </p:extLst>
  </p:cSld>
  <p:clrMapOvr>
    <a:masterClrMapping/>
  </p:clrMapOvr>
  <p:transition spd="slow" advTm="0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ADAE7-A0A8-5BAF-8269-A5291670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84B5CCC-8F94-FA69-CA0C-EEA4A0139305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6600D-04CD-20B9-2BCE-09354D446E3E}"/>
              </a:ext>
            </a:extLst>
          </p:cNvPr>
          <p:cNvSpPr/>
          <p:nvPr/>
        </p:nvSpPr>
        <p:spPr>
          <a:xfrm>
            <a:off x="2947643" y="3389971"/>
            <a:ext cx="62967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 Y SEGURIDAD</a:t>
            </a:r>
            <a:endParaRPr kumimoji="0" lang="en-LT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608DB805-6DE5-6C3D-CCF5-74B181093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15944" y="823073"/>
            <a:ext cx="2360111" cy="2360111"/>
          </a:xfrm>
          <a:prstGeom prst="rect">
            <a:avLst/>
          </a:prstGeom>
        </p:spPr>
      </p:pic>
      <p:pic>
        <p:nvPicPr>
          <p:cNvPr id="10" name="Imagen 9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C6E6093C-395F-A843-BF3F-93EE53F51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153" y="-1533728"/>
            <a:ext cx="1390747" cy="1390747"/>
          </a:xfrm>
          <a:prstGeom prst="rect">
            <a:avLst/>
          </a:prstGeom>
        </p:spPr>
      </p:pic>
      <p:graphicFrame>
        <p:nvGraphicFramePr>
          <p:cNvPr id="16" name="Diagrama 15">
            <a:extLst>
              <a:ext uri="{FF2B5EF4-FFF2-40B4-BE49-F238E27FC236}">
                <a16:creationId xmlns:a16="http://schemas.microsoft.com/office/drawing/2014/main" id="{253F5D81-A7FE-E035-A2D6-BDED37DFCA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7025109"/>
              </p:ext>
            </p:extLst>
          </p:nvPr>
        </p:nvGraphicFramePr>
        <p:xfrm>
          <a:off x="3546539" y="7596306"/>
          <a:ext cx="5998442" cy="4343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95405576"/>
      </p:ext>
    </p:extLst>
  </p:cSld>
  <p:clrMapOvr>
    <a:masterClrMapping/>
  </p:clrMapOvr>
  <p:transition spd="slow" advTm="0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869579" y="3221785"/>
            <a:ext cx="645284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54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3. OBSERVACIONES Y MEJORAS</a:t>
            </a:r>
            <a:endParaRPr kumimoji="0" lang="en-LT" sz="54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áfico 4" descr="Torre de telecomunicaciones con relleno sólido">
            <a:extLst>
              <a:ext uri="{FF2B5EF4-FFF2-40B4-BE49-F238E27FC236}">
                <a16:creationId xmlns:a16="http://schemas.microsoft.com/office/drawing/2014/main" id="{174A8226-EED6-7B29-78AB-4AC473DB7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2809" y="1028524"/>
            <a:ext cx="2206381" cy="22063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1077528-0AFB-8B95-21E9-4DAED276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5630051" y="1217111"/>
            <a:ext cx="4540560" cy="34054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80125890-C20C-6C30-3717-857024C3F1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3342473"/>
              </p:ext>
            </p:extLst>
          </p:nvPr>
        </p:nvGraphicFramePr>
        <p:xfrm>
          <a:off x="13281489" y="2001925"/>
          <a:ext cx="5999638" cy="2854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41998466"/>
      </p:ext>
    </p:extLst>
  </p:cSld>
  <p:clrMapOvr>
    <a:masterClrMapping/>
  </p:clrMapOvr>
  <p:transition spd="slow" advTm="0"/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47BB0-6EDF-1BC6-D258-1122D72B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903BFCE-85F3-E91D-4342-532D8EE65AC7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09ABC-CFD9-E080-6807-EFDD0FE5A4DA}"/>
              </a:ext>
            </a:extLst>
          </p:cNvPr>
          <p:cNvSpPr/>
          <p:nvPr/>
        </p:nvSpPr>
        <p:spPr>
          <a:xfrm>
            <a:off x="2947643" y="3389971"/>
            <a:ext cx="629671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88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4.CPE</a:t>
            </a:r>
            <a:endParaRPr kumimoji="0" lang="en-LT" sz="88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4" descr="Camión monstruo con relleno sólido">
            <a:extLst>
              <a:ext uri="{FF2B5EF4-FFF2-40B4-BE49-F238E27FC236}">
                <a16:creationId xmlns:a16="http://schemas.microsoft.com/office/drawing/2014/main" id="{40F84E01-C33D-A529-0070-197170C9F5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843346" y="1055822"/>
            <a:ext cx="2505308" cy="2505308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1867767"/>
      </p:ext>
    </p:extLst>
  </p:cSld>
  <p:clrMapOvr>
    <a:masterClrMapping/>
  </p:clrMapOvr>
  <p:transition spd="slow" advTm="0"/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1"/>
            <a:ext cx="62967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5.CONCLUSIÓN</a:t>
            </a:r>
            <a:endParaRPr kumimoji="0" lang="en-LT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4" descr="Bar graph with upward trend with solid fill">
            <a:extLst>
              <a:ext uri="{FF2B5EF4-FFF2-40B4-BE49-F238E27FC236}">
                <a16:creationId xmlns:a16="http://schemas.microsoft.com/office/drawing/2014/main" id="{D06CA14A-1988-B749-953E-210BAD5FF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829" y="708032"/>
            <a:ext cx="2505308" cy="2505308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3AF2C96F-6EAE-669A-B81E-9BDF9CF54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8250885"/>
              </p:ext>
            </p:extLst>
          </p:nvPr>
        </p:nvGraphicFramePr>
        <p:xfrm>
          <a:off x="13257210" y="2299695"/>
          <a:ext cx="5999638" cy="2854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4019B016-ECEE-2EA6-6D98-05893FA79B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-6101461" y="1318257"/>
            <a:ext cx="5693826" cy="61747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1936434"/>
      </p:ext>
    </p:extLst>
  </p:cSld>
  <p:clrMapOvr>
    <a:masterClrMapping/>
  </p:clrMapOvr>
  <p:transition spd="slow" advTm="0"/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5000"/>
          </a:schemeClr>
        </a:solidFill>
        <a:ln w="76200"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5000"/>
          </a:schemeClr>
        </a:solidFill>
        <a:ln w="76200"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5000"/>
          </a:schemeClr>
        </a:solidFill>
        <a:ln w="76200"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5000"/>
          </a:schemeClr>
        </a:solidFill>
        <a:ln w="76200"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6470C84C8CB4A49BC1441266BCBAFA9" ma:contentTypeVersion="18" ma:contentTypeDescription="Crear nuevo documento." ma:contentTypeScope="" ma:versionID="534996d26462e09f4b4e1675fe3131b9">
  <xsd:schema xmlns:xsd="http://www.w3.org/2001/XMLSchema" xmlns:xs="http://www.w3.org/2001/XMLSchema" xmlns:p="http://schemas.microsoft.com/office/2006/metadata/properties" xmlns:ns2="6846c19d-80dc-415b-9f81-9b5bb5acde64" xmlns:ns3="aebf31c3-ca2f-41d0-a873-f38788196a75" targetNamespace="http://schemas.microsoft.com/office/2006/metadata/properties" ma:root="true" ma:fieldsID="cdc25d9a4dcbabc6bc0d95e2d1a62603" ns2:_="" ns3:_="">
    <xsd:import namespace="6846c19d-80dc-415b-9f81-9b5bb5acde64"/>
    <xsd:import namespace="aebf31c3-ca2f-41d0-a873-f38788196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e9006583689a40b3aa1bca2472aca3ed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46c19d-80dc-415b-9f81-9b5bb5acde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dbbfa88-58ad-4b6d-9033-ca4c1ac070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e9006583689a40b3aa1bca2472aca3ed" ma:index="22" nillable="true" ma:taxonomy="true" ma:internalName="e9006583689a40b3aa1bca2472aca3ed" ma:taxonomyFieldName="Tama_x00f1_o" ma:displayName="Tamaño" ma:default="" ma:fieldId="{e9006583-689a-40b3-aa1b-ca2472aca3ed}" ma:sspId="2dbbfa88-58ad-4b6d-9033-ca4c1ac0709c" ma:termSetId="8ed8c9ea-7052-4c1d-a4d7-b9c10bffea6f" ma:anchorId="35715b47-fe1c-4b39-aa2d-2e9e37ab0e89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bf31c3-ca2f-41d0-a873-f38788196a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dfd40d8-30d2-40e1-8fc9-e62415a9e341}" ma:internalName="TaxCatchAll" ma:showField="CatchAllData" ma:web="aebf31c3-ca2f-41d0-a873-f38788196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46c19d-80dc-415b-9f81-9b5bb5acde64">
      <Terms xmlns="http://schemas.microsoft.com/office/infopath/2007/PartnerControls"/>
    </lcf76f155ced4ddcb4097134ff3c332f>
    <TaxCatchAll xmlns="aebf31c3-ca2f-41d0-a873-f38788196a75" xsi:nil="true"/>
    <e9006583689a40b3aa1bca2472aca3ed xmlns="6846c19d-80dc-415b-9f81-9b5bb5acde64">
      <Terms xmlns="http://schemas.microsoft.com/office/infopath/2007/PartnerControls"/>
    </e9006583689a40b3aa1bca2472aca3ed>
  </documentManagement>
</p:properties>
</file>

<file path=customXml/itemProps1.xml><?xml version="1.0" encoding="utf-8"?>
<ds:datastoreItem xmlns:ds="http://schemas.openxmlformats.org/officeDocument/2006/customXml" ds:itemID="{5C6B2233-CFE8-45CA-B9D0-782B97CB55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2CA361-19BB-4C4F-8501-E307A24A83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46c19d-80dc-415b-9f81-9b5bb5acde64"/>
    <ds:schemaRef ds:uri="aebf31c3-ca2f-41d0-a873-f38788196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16FE87-6FCA-4FB7-B21C-E152AEE0C184}">
  <ds:schemaRefs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6846c19d-80dc-415b-9f81-9b5bb5acde64"/>
    <ds:schemaRef ds:uri="http://schemas.microsoft.com/office/infopath/2007/PartnerControls"/>
    <ds:schemaRef ds:uri="aebf31c3-ca2f-41d0-a873-f38788196a75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48048</TotalTime>
  <Words>1039</Words>
  <Application>Microsoft Office PowerPoint</Application>
  <PresentationFormat>Panorámica</PresentationFormat>
  <Paragraphs>223</Paragraphs>
  <Slides>20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Trebuchet MS</vt:lpstr>
      <vt:lpstr>Raleway Black</vt:lpstr>
      <vt:lpstr>Arial</vt:lpstr>
      <vt:lpstr>Raleway</vt:lpstr>
      <vt:lpstr>Calibri</vt:lpstr>
      <vt:lpstr>Aptos Narrow</vt:lpstr>
      <vt:lpstr>Calibri Light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Vanesa Aguilar Veloso</dc:creator>
  <cp:lastModifiedBy>Williams Vicente Barraza Gallardo</cp:lastModifiedBy>
  <cp:revision>125</cp:revision>
  <cp:lastPrinted>2025-10-28T21:00:46Z</cp:lastPrinted>
  <dcterms:created xsi:type="dcterms:W3CDTF">2023-10-03T06:31:12Z</dcterms:created>
  <dcterms:modified xsi:type="dcterms:W3CDTF">2026-09-28T12:48:57Z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0x01010046470C84C8CB4A49BC1441266BCBAFA9</vt:lpwstr>
  </property>
  <property fmtid="{D5CDD505-2E9C-101B-9397-08002B2CF9AE}" pid="3" name="Tama_x00f1_o">
    <vt:lpwstr/>
  </property>
  <property fmtid="{D5CDD505-2E9C-101B-9397-08002B2CF9AE}" pid="4" name="Tamaño">
    <vt:lpwstr/>
  </property>
</Properties>
</file>